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66" r:id="rId4"/>
    <p:sldId id="258" r:id="rId5"/>
    <p:sldId id="259" r:id="rId6"/>
    <p:sldId id="260" r:id="rId7"/>
    <p:sldId id="261" r:id="rId8"/>
    <p:sldId id="262" r:id="rId9"/>
    <p:sldId id="263" r:id="rId10"/>
    <p:sldId id="264" r:id="rId11"/>
    <p:sldId id="265" r:id="rId12"/>
    <p:sldId id="269" r:id="rId13"/>
    <p:sldId id="270"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954EBA-E3F0-4079-9556-518299256582}" v="2051" dt="2025-02-01T10:19:35.2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lla shabab" userId="7b37884d6ee17ace" providerId="Windows Live" clId="Web-{AA954EBA-E3F0-4079-9556-518299256582}"/>
    <pc:docChg chg="addSld modSld sldOrd addMainMaster delMainMaster">
      <pc:chgData name="yalla shabab" userId="7b37884d6ee17ace" providerId="Windows Live" clId="Web-{AA954EBA-E3F0-4079-9556-518299256582}" dt="2025-02-01T10:05:51.069" v="1997" actId="20577"/>
      <pc:docMkLst>
        <pc:docMk/>
      </pc:docMkLst>
      <pc:sldChg chg="addSp modSp mod modClrScheme chgLayout">
        <pc:chgData name="yalla shabab" userId="7b37884d6ee17ace" providerId="Windows Live" clId="Web-{AA954EBA-E3F0-4079-9556-518299256582}" dt="2025-02-01T08:57:54.868" v="1668" actId="20577"/>
        <pc:sldMkLst>
          <pc:docMk/>
          <pc:sldMk cId="109857222" sldId="256"/>
        </pc:sldMkLst>
        <pc:spChg chg="mod ord">
          <ac:chgData name="yalla shabab" userId="7b37884d6ee17ace" providerId="Windows Live" clId="Web-{AA954EBA-E3F0-4079-9556-518299256582}" dt="2025-02-01T08:57:54.868" v="1668" actId="20577"/>
          <ac:spMkLst>
            <pc:docMk/>
            <pc:sldMk cId="109857222" sldId="256"/>
            <ac:spMk id="2" creationId="{00000000-0000-0000-0000-000000000000}"/>
          </ac:spMkLst>
        </pc:spChg>
        <pc:spChg chg="mod ord">
          <ac:chgData name="yalla shabab" userId="7b37884d6ee17ace" providerId="Windows Live" clId="Web-{AA954EBA-E3F0-4079-9556-518299256582}" dt="2025-02-01T07:57:54.141" v="43" actId="20577"/>
          <ac:spMkLst>
            <pc:docMk/>
            <pc:sldMk cId="109857222" sldId="256"/>
            <ac:spMk id="3" creationId="{00000000-0000-0000-0000-000000000000}"/>
          </ac:spMkLst>
        </pc:spChg>
        <pc:picChg chg="add mod">
          <ac:chgData name="yalla shabab" userId="7b37884d6ee17ace" providerId="Windows Live" clId="Web-{AA954EBA-E3F0-4079-9556-518299256582}" dt="2025-02-01T08:03:03.404" v="60" actId="1076"/>
          <ac:picMkLst>
            <pc:docMk/>
            <pc:sldMk cId="109857222" sldId="256"/>
            <ac:picMk id="4" creationId="{48EA4105-6B62-FC70-54A6-3D9C46BF70C0}"/>
          </ac:picMkLst>
        </pc:picChg>
      </pc:sldChg>
      <pc:sldChg chg="modSp new">
        <pc:chgData name="yalla shabab" userId="7b37884d6ee17ace" providerId="Windows Live" clId="Web-{AA954EBA-E3F0-4079-9556-518299256582}" dt="2025-02-01T10:05:51.069" v="1997" actId="20577"/>
        <pc:sldMkLst>
          <pc:docMk/>
          <pc:sldMk cId="520635399" sldId="257"/>
        </pc:sldMkLst>
        <pc:spChg chg="mod">
          <ac:chgData name="yalla shabab" userId="7b37884d6ee17ace" providerId="Windows Live" clId="Web-{AA954EBA-E3F0-4079-9556-518299256582}" dt="2025-02-01T09:09:44.556" v="1783" actId="20577"/>
          <ac:spMkLst>
            <pc:docMk/>
            <pc:sldMk cId="520635399" sldId="257"/>
            <ac:spMk id="2" creationId="{0E871F9F-DC99-1231-A1BB-D730B623A760}"/>
          </ac:spMkLst>
        </pc:spChg>
        <pc:spChg chg="mod">
          <ac:chgData name="yalla shabab" userId="7b37884d6ee17ace" providerId="Windows Live" clId="Web-{AA954EBA-E3F0-4079-9556-518299256582}" dt="2025-02-01T10:05:51.069" v="1997" actId="20577"/>
          <ac:spMkLst>
            <pc:docMk/>
            <pc:sldMk cId="520635399" sldId="257"/>
            <ac:spMk id="3" creationId="{B0A3B4DB-E77F-52B9-7307-4D612B3C2BC3}"/>
          </ac:spMkLst>
        </pc:spChg>
      </pc:sldChg>
      <pc:sldChg chg="modSp new">
        <pc:chgData name="yalla shabab" userId="7b37884d6ee17ace" providerId="Windows Live" clId="Web-{AA954EBA-E3F0-4079-9556-518299256582}" dt="2025-02-01T09:45:23.597" v="1994" actId="20577"/>
        <pc:sldMkLst>
          <pc:docMk/>
          <pc:sldMk cId="3570762654" sldId="258"/>
        </pc:sldMkLst>
        <pc:spChg chg="mod">
          <ac:chgData name="yalla shabab" userId="7b37884d6ee17ace" providerId="Windows Live" clId="Web-{AA954EBA-E3F0-4079-9556-518299256582}" dt="2025-02-01T08:06:54.086" v="169" actId="20577"/>
          <ac:spMkLst>
            <pc:docMk/>
            <pc:sldMk cId="3570762654" sldId="258"/>
            <ac:spMk id="2" creationId="{89EE4401-F90D-5626-BE45-A558122E0208}"/>
          </ac:spMkLst>
        </pc:spChg>
        <pc:spChg chg="mod">
          <ac:chgData name="yalla shabab" userId="7b37884d6ee17ace" providerId="Windows Live" clId="Web-{AA954EBA-E3F0-4079-9556-518299256582}" dt="2025-02-01T09:45:23.597" v="1994" actId="20577"/>
          <ac:spMkLst>
            <pc:docMk/>
            <pc:sldMk cId="3570762654" sldId="258"/>
            <ac:spMk id="3" creationId="{8F6E2352-8DAD-69C0-60C5-AFA0BFECFCA0}"/>
          </ac:spMkLst>
        </pc:spChg>
      </pc:sldChg>
      <pc:sldChg chg="modSp new">
        <pc:chgData name="yalla shabab" userId="7b37884d6ee17ace" providerId="Windows Live" clId="Web-{AA954EBA-E3F0-4079-9556-518299256582}" dt="2025-02-01T09:45:13.050" v="1992" actId="20577"/>
        <pc:sldMkLst>
          <pc:docMk/>
          <pc:sldMk cId="2102695219" sldId="259"/>
        </pc:sldMkLst>
        <pc:spChg chg="mod">
          <ac:chgData name="yalla shabab" userId="7b37884d6ee17ace" providerId="Windows Live" clId="Web-{AA954EBA-E3F0-4079-9556-518299256582}" dt="2025-02-01T08:41:56.547" v="1423" actId="20577"/>
          <ac:spMkLst>
            <pc:docMk/>
            <pc:sldMk cId="2102695219" sldId="259"/>
            <ac:spMk id="2" creationId="{C19D829A-B772-2079-A54E-367914A2A260}"/>
          </ac:spMkLst>
        </pc:spChg>
        <pc:spChg chg="mod">
          <ac:chgData name="yalla shabab" userId="7b37884d6ee17ace" providerId="Windows Live" clId="Web-{AA954EBA-E3F0-4079-9556-518299256582}" dt="2025-02-01T09:45:13.050" v="1992" actId="20577"/>
          <ac:spMkLst>
            <pc:docMk/>
            <pc:sldMk cId="2102695219" sldId="259"/>
            <ac:spMk id="3" creationId="{A5A79D3F-F84D-C530-FF08-427ABD0E2E6C}"/>
          </ac:spMkLst>
        </pc:spChg>
      </pc:sldChg>
      <pc:sldChg chg="addSp modSp new">
        <pc:chgData name="yalla shabab" userId="7b37884d6ee17ace" providerId="Windows Live" clId="Web-{AA954EBA-E3F0-4079-9556-518299256582}" dt="2025-02-01T08:59:30.404" v="1705" actId="20577"/>
        <pc:sldMkLst>
          <pc:docMk/>
          <pc:sldMk cId="3929830885" sldId="260"/>
        </pc:sldMkLst>
        <pc:spChg chg="mod">
          <ac:chgData name="yalla shabab" userId="7b37884d6ee17ace" providerId="Windows Live" clId="Web-{AA954EBA-E3F0-4079-9556-518299256582}" dt="2025-02-01T08:16:37.376" v="478" actId="20577"/>
          <ac:spMkLst>
            <pc:docMk/>
            <pc:sldMk cId="3929830885" sldId="260"/>
            <ac:spMk id="2" creationId="{9AE3092D-3348-0279-3B98-DE242DA0426D}"/>
          </ac:spMkLst>
        </pc:spChg>
        <pc:spChg chg="mod">
          <ac:chgData name="yalla shabab" userId="7b37884d6ee17ace" providerId="Windows Live" clId="Web-{AA954EBA-E3F0-4079-9556-518299256582}" dt="2025-02-01T08:59:30.404" v="1705" actId="20577"/>
          <ac:spMkLst>
            <pc:docMk/>
            <pc:sldMk cId="3929830885" sldId="260"/>
            <ac:spMk id="3" creationId="{D5C06AC1-B012-F5A1-7D01-2CDB4B4ADB5E}"/>
          </ac:spMkLst>
        </pc:spChg>
        <pc:picChg chg="add mod">
          <ac:chgData name="yalla shabab" userId="7b37884d6ee17ace" providerId="Windows Live" clId="Web-{AA954EBA-E3F0-4079-9556-518299256582}" dt="2025-02-01T08:17:24.596" v="487" actId="14100"/>
          <ac:picMkLst>
            <pc:docMk/>
            <pc:sldMk cId="3929830885" sldId="260"/>
            <ac:picMk id="4" creationId="{5C2D6A73-F656-7192-5D6A-76F6C46B1424}"/>
          </ac:picMkLst>
        </pc:picChg>
      </pc:sldChg>
      <pc:sldChg chg="addSp delSp modSp new ord">
        <pc:chgData name="yalla shabab" userId="7b37884d6ee17ace" providerId="Windows Live" clId="Web-{AA954EBA-E3F0-4079-9556-518299256582}" dt="2025-02-01T08:59:55.873" v="1709" actId="20577"/>
        <pc:sldMkLst>
          <pc:docMk/>
          <pc:sldMk cId="1915413677" sldId="261"/>
        </pc:sldMkLst>
        <pc:spChg chg="mod">
          <ac:chgData name="yalla shabab" userId="7b37884d6ee17ace" providerId="Windows Live" clId="Web-{AA954EBA-E3F0-4079-9556-518299256582}" dt="2025-02-01T08:19:58.325" v="570" actId="20577"/>
          <ac:spMkLst>
            <pc:docMk/>
            <pc:sldMk cId="1915413677" sldId="261"/>
            <ac:spMk id="2" creationId="{4B0EB8E2-0AC5-2DE0-80A7-A2514ED9039E}"/>
          </ac:spMkLst>
        </pc:spChg>
        <pc:spChg chg="mod">
          <ac:chgData name="yalla shabab" userId="7b37884d6ee17ace" providerId="Windows Live" clId="Web-{AA954EBA-E3F0-4079-9556-518299256582}" dt="2025-02-01T08:59:55.873" v="1709" actId="20577"/>
          <ac:spMkLst>
            <pc:docMk/>
            <pc:sldMk cId="1915413677" sldId="261"/>
            <ac:spMk id="3" creationId="{77930B1D-8BB6-FBF8-BB46-A93FC119A20C}"/>
          </ac:spMkLst>
        </pc:spChg>
        <pc:picChg chg="add del mod">
          <ac:chgData name="yalla shabab" userId="7b37884d6ee17ace" providerId="Windows Live" clId="Web-{AA954EBA-E3F0-4079-9556-518299256582}" dt="2025-02-01T08:21:45.831" v="643"/>
          <ac:picMkLst>
            <pc:docMk/>
            <pc:sldMk cId="1915413677" sldId="261"/>
            <ac:picMk id="4" creationId="{63326906-B0B5-C2A6-83D8-736BFF8B25E0}"/>
          </ac:picMkLst>
        </pc:picChg>
      </pc:sldChg>
      <pc:sldChg chg="addSp modSp new">
        <pc:chgData name="yalla shabab" userId="7b37884d6ee17ace" providerId="Windows Live" clId="Web-{AA954EBA-E3F0-4079-9556-518299256582}" dt="2025-02-01T08:30:06.388" v="931" actId="20577"/>
        <pc:sldMkLst>
          <pc:docMk/>
          <pc:sldMk cId="1055320485" sldId="262"/>
        </pc:sldMkLst>
        <pc:spChg chg="mod">
          <ac:chgData name="yalla shabab" userId="7b37884d6ee17ace" providerId="Windows Live" clId="Web-{AA954EBA-E3F0-4079-9556-518299256582}" dt="2025-02-01T08:30:06.388" v="931" actId="20577"/>
          <ac:spMkLst>
            <pc:docMk/>
            <pc:sldMk cId="1055320485" sldId="262"/>
            <ac:spMk id="3" creationId="{B73F19B1-981B-24C8-68A6-B33E6020BA8E}"/>
          </ac:spMkLst>
        </pc:spChg>
        <pc:picChg chg="add mod">
          <ac:chgData name="yalla shabab" userId="7b37884d6ee17ace" providerId="Windows Live" clId="Web-{AA954EBA-E3F0-4079-9556-518299256582}" dt="2025-02-01T08:30:00.950" v="929" actId="14100"/>
          <ac:picMkLst>
            <pc:docMk/>
            <pc:sldMk cId="1055320485" sldId="262"/>
            <ac:picMk id="4" creationId="{F3AB0DF9-46BC-0ED7-C249-ACEC96214132}"/>
          </ac:picMkLst>
        </pc:picChg>
      </pc:sldChg>
      <pc:sldChg chg="addSp modSp new">
        <pc:chgData name="yalla shabab" userId="7b37884d6ee17ace" providerId="Windows Live" clId="Web-{AA954EBA-E3F0-4079-9556-518299256582}" dt="2025-02-01T08:48:42.392" v="1503" actId="20577"/>
        <pc:sldMkLst>
          <pc:docMk/>
          <pc:sldMk cId="2119282066" sldId="263"/>
        </pc:sldMkLst>
        <pc:spChg chg="mod">
          <ac:chgData name="yalla shabab" userId="7b37884d6ee17ace" providerId="Windows Live" clId="Web-{AA954EBA-E3F0-4079-9556-518299256582}" dt="2025-02-01T08:48:42.392" v="1503" actId="20577"/>
          <ac:spMkLst>
            <pc:docMk/>
            <pc:sldMk cId="2119282066" sldId="263"/>
            <ac:spMk id="3" creationId="{7F5D3DA4-E36C-3D46-280B-501A20BDAF2A}"/>
          </ac:spMkLst>
        </pc:spChg>
        <pc:picChg chg="add mod">
          <ac:chgData name="yalla shabab" userId="7b37884d6ee17ace" providerId="Windows Live" clId="Web-{AA954EBA-E3F0-4079-9556-518299256582}" dt="2025-02-01T08:31:39.939" v="1004" actId="1076"/>
          <ac:picMkLst>
            <pc:docMk/>
            <pc:sldMk cId="2119282066" sldId="263"/>
            <ac:picMk id="4" creationId="{C37C7E9E-41D8-4EAF-2345-6E04D5541AD5}"/>
          </ac:picMkLst>
        </pc:picChg>
      </pc:sldChg>
      <pc:sldChg chg="addSp modSp new">
        <pc:chgData name="yalla shabab" userId="7b37884d6ee17ace" providerId="Windows Live" clId="Web-{AA954EBA-E3F0-4079-9556-518299256582}" dt="2025-02-01T08:34:55.886" v="1228" actId="20577"/>
        <pc:sldMkLst>
          <pc:docMk/>
          <pc:sldMk cId="3854028801" sldId="264"/>
        </pc:sldMkLst>
        <pc:spChg chg="mod">
          <ac:chgData name="yalla shabab" userId="7b37884d6ee17ace" providerId="Windows Live" clId="Web-{AA954EBA-E3F0-4079-9556-518299256582}" dt="2025-02-01T08:33:41.100" v="1172" actId="20577"/>
          <ac:spMkLst>
            <pc:docMk/>
            <pc:sldMk cId="3854028801" sldId="264"/>
            <ac:spMk id="2" creationId="{E45F8F1C-8204-9902-FA8A-26698684FF40}"/>
          </ac:spMkLst>
        </pc:spChg>
        <pc:spChg chg="mod">
          <ac:chgData name="yalla shabab" userId="7b37884d6ee17ace" providerId="Windows Live" clId="Web-{AA954EBA-E3F0-4079-9556-518299256582}" dt="2025-02-01T08:34:55.886" v="1228" actId="20577"/>
          <ac:spMkLst>
            <pc:docMk/>
            <pc:sldMk cId="3854028801" sldId="264"/>
            <ac:spMk id="3" creationId="{9497B613-9DFC-E33C-031F-8FBB902D2018}"/>
          </ac:spMkLst>
        </pc:spChg>
        <pc:picChg chg="add mod">
          <ac:chgData name="yalla shabab" userId="7b37884d6ee17ace" providerId="Windows Live" clId="Web-{AA954EBA-E3F0-4079-9556-518299256582}" dt="2025-02-01T08:34:36.557" v="1222" actId="1076"/>
          <ac:picMkLst>
            <pc:docMk/>
            <pc:sldMk cId="3854028801" sldId="264"/>
            <ac:picMk id="4" creationId="{40FC5FD1-5BD7-C3D9-31E6-EA79DABE3B64}"/>
          </ac:picMkLst>
        </pc:picChg>
      </pc:sldChg>
      <pc:sldChg chg="addSp delSp modSp new">
        <pc:chgData name="yalla shabab" userId="7b37884d6ee17ace" providerId="Windows Live" clId="Web-{AA954EBA-E3F0-4079-9556-518299256582}" dt="2025-02-01T08:53:47.546" v="1524" actId="20577"/>
        <pc:sldMkLst>
          <pc:docMk/>
          <pc:sldMk cId="39942520" sldId="265"/>
        </pc:sldMkLst>
        <pc:spChg chg="mod">
          <ac:chgData name="yalla shabab" userId="7b37884d6ee17ace" providerId="Windows Live" clId="Web-{AA954EBA-E3F0-4079-9556-518299256582}" dt="2025-02-01T08:35:02.121" v="1231" actId="20577"/>
          <ac:spMkLst>
            <pc:docMk/>
            <pc:sldMk cId="39942520" sldId="265"/>
            <ac:spMk id="2" creationId="{66022C9F-06D6-4534-8111-50B2796CF7E9}"/>
          </ac:spMkLst>
        </pc:spChg>
        <pc:spChg chg="mod">
          <ac:chgData name="yalla shabab" userId="7b37884d6ee17ace" providerId="Windows Live" clId="Web-{AA954EBA-E3F0-4079-9556-518299256582}" dt="2025-02-01T08:53:47.546" v="1524" actId="20577"/>
          <ac:spMkLst>
            <pc:docMk/>
            <pc:sldMk cId="39942520" sldId="265"/>
            <ac:spMk id="3" creationId="{FB0B4212-D3CC-1BDB-75B9-CA47074356A4}"/>
          </ac:spMkLst>
        </pc:spChg>
        <pc:picChg chg="add del mod">
          <ac:chgData name="yalla shabab" userId="7b37884d6ee17ace" providerId="Windows Live" clId="Web-{AA954EBA-E3F0-4079-9556-518299256582}" dt="2025-02-01T08:38:20.832" v="1302"/>
          <ac:picMkLst>
            <pc:docMk/>
            <pc:sldMk cId="39942520" sldId="265"/>
            <ac:picMk id="4" creationId="{9BC13B22-0CB7-C714-A3D2-3F1BBF0FB966}"/>
          </ac:picMkLst>
        </pc:picChg>
        <pc:picChg chg="add mod">
          <ac:chgData name="yalla shabab" userId="7b37884d6ee17ace" providerId="Windows Live" clId="Web-{AA954EBA-E3F0-4079-9556-518299256582}" dt="2025-02-01T08:49:09.315" v="1505" actId="1076"/>
          <ac:picMkLst>
            <pc:docMk/>
            <pc:sldMk cId="39942520" sldId="265"/>
            <ac:picMk id="5" creationId="{536DC24B-8B5B-7C7F-DEA0-64B2ABD660A3}"/>
          </ac:picMkLst>
        </pc:picChg>
      </pc:sldChg>
      <pc:sldChg chg="modSp new ord">
        <pc:chgData name="yalla shabab" userId="7b37884d6ee17ace" providerId="Windows Live" clId="Web-{AA954EBA-E3F0-4079-9556-518299256582}" dt="2025-02-01T08:46:44.278" v="1429" actId="20577"/>
        <pc:sldMkLst>
          <pc:docMk/>
          <pc:sldMk cId="4028121545" sldId="266"/>
        </pc:sldMkLst>
        <pc:spChg chg="mod">
          <ac:chgData name="yalla shabab" userId="7b37884d6ee17ace" providerId="Windows Live" clId="Web-{AA954EBA-E3F0-4079-9556-518299256582}" dt="2025-02-01T08:41:06.686" v="1402" actId="20577"/>
          <ac:spMkLst>
            <pc:docMk/>
            <pc:sldMk cId="4028121545" sldId="266"/>
            <ac:spMk id="2" creationId="{404F0956-D0CE-6492-FC91-2BDFEC78CD3F}"/>
          </ac:spMkLst>
        </pc:spChg>
        <pc:spChg chg="mod">
          <ac:chgData name="yalla shabab" userId="7b37884d6ee17ace" providerId="Windows Live" clId="Web-{AA954EBA-E3F0-4079-9556-518299256582}" dt="2025-02-01T08:46:44.278" v="1429" actId="20577"/>
          <ac:spMkLst>
            <pc:docMk/>
            <pc:sldMk cId="4028121545" sldId="266"/>
            <ac:spMk id="3" creationId="{DA04660E-2374-FA08-6097-670EE738E074}"/>
          </ac:spMkLst>
        </pc:spChg>
      </pc:sldChg>
      <pc:sldChg chg="addSp modSp new">
        <pc:chgData name="yalla shabab" userId="7b37884d6ee17ace" providerId="Windows Live" clId="Web-{AA954EBA-E3F0-4079-9556-518299256582}" dt="2025-02-01T08:55:58.582" v="1631" actId="20577"/>
        <pc:sldMkLst>
          <pc:docMk/>
          <pc:sldMk cId="3882562143" sldId="267"/>
        </pc:sldMkLst>
        <pc:spChg chg="mod">
          <ac:chgData name="yalla shabab" userId="7b37884d6ee17ace" providerId="Windows Live" clId="Web-{AA954EBA-E3F0-4079-9556-518299256582}" dt="2025-02-01T08:53:52.374" v="1534" actId="20577"/>
          <ac:spMkLst>
            <pc:docMk/>
            <pc:sldMk cId="3882562143" sldId="267"/>
            <ac:spMk id="2" creationId="{672DC39C-787D-E3C1-ABE4-7E8BFDEDB100}"/>
          </ac:spMkLst>
        </pc:spChg>
        <pc:spChg chg="mod">
          <ac:chgData name="yalla shabab" userId="7b37884d6ee17ace" providerId="Windows Live" clId="Web-{AA954EBA-E3F0-4079-9556-518299256582}" dt="2025-02-01T08:55:58.582" v="1631" actId="20577"/>
          <ac:spMkLst>
            <pc:docMk/>
            <pc:sldMk cId="3882562143" sldId="267"/>
            <ac:spMk id="3" creationId="{0080BBA3-773C-EC04-973E-B0E1FC685747}"/>
          </ac:spMkLst>
        </pc:spChg>
        <pc:picChg chg="add mod">
          <ac:chgData name="yalla shabab" userId="7b37884d6ee17ace" providerId="Windows Live" clId="Web-{AA954EBA-E3F0-4079-9556-518299256582}" dt="2025-02-01T08:55:11.752" v="1599" actId="1076"/>
          <ac:picMkLst>
            <pc:docMk/>
            <pc:sldMk cId="3882562143" sldId="267"/>
            <ac:picMk id="4" creationId="{9F078D4E-7F75-8FDF-03C9-0BBF3F2AF3CE}"/>
          </ac:picMkLst>
        </pc:picChg>
      </pc:sldChg>
      <pc:sldChg chg="addSp delSp modSp new">
        <pc:chgData name="yalla shabab" userId="7b37884d6ee17ace" providerId="Windows Live" clId="Web-{AA954EBA-E3F0-4079-9556-518299256582}" dt="2025-02-01T08:56:30.896" v="1666" actId="20577"/>
        <pc:sldMkLst>
          <pc:docMk/>
          <pc:sldMk cId="408261534" sldId="268"/>
        </pc:sldMkLst>
        <pc:spChg chg="mod">
          <ac:chgData name="yalla shabab" userId="7b37884d6ee17ace" providerId="Windows Live" clId="Web-{AA954EBA-E3F0-4079-9556-518299256582}" dt="2025-02-01T08:56:30.896" v="1666" actId="20577"/>
          <ac:spMkLst>
            <pc:docMk/>
            <pc:sldMk cId="408261534" sldId="268"/>
            <ac:spMk id="2" creationId="{D55D4A0A-44B1-747B-DE25-742F68167FBB}"/>
          </ac:spMkLst>
        </pc:spChg>
        <pc:spChg chg="del">
          <ac:chgData name="yalla shabab" userId="7b37884d6ee17ace" providerId="Windows Live" clId="Web-{AA954EBA-E3F0-4079-9556-518299256582}" dt="2025-02-01T08:56:02.192" v="1633"/>
          <ac:spMkLst>
            <pc:docMk/>
            <pc:sldMk cId="408261534" sldId="268"/>
            <ac:spMk id="3" creationId="{1E80B00F-D749-302A-2C6D-6A5610561BA6}"/>
          </ac:spMkLst>
        </pc:spChg>
        <pc:picChg chg="add mod ord">
          <ac:chgData name="yalla shabab" userId="7b37884d6ee17ace" providerId="Windows Live" clId="Web-{AA954EBA-E3F0-4079-9556-518299256582}" dt="2025-02-01T08:56:05.973" v="1635" actId="1076"/>
          <ac:picMkLst>
            <pc:docMk/>
            <pc:sldMk cId="408261534" sldId="268"/>
            <ac:picMk id="4" creationId="{10DC8692-3DDB-B4DC-813B-D5AB3553DE60}"/>
          </ac:picMkLst>
        </pc:picChg>
      </pc:sldChg>
      <pc:sldChg chg="addSp modSp new">
        <pc:chgData name="yalla shabab" userId="7b37884d6ee17ace" providerId="Windows Live" clId="Web-{AA954EBA-E3F0-4079-9556-518299256582}" dt="2025-02-01T09:03:25.663" v="1781" actId="1076"/>
        <pc:sldMkLst>
          <pc:docMk/>
          <pc:sldMk cId="1894204309" sldId="269"/>
        </pc:sldMkLst>
        <pc:spChg chg="mod">
          <ac:chgData name="yalla shabab" userId="7b37884d6ee17ace" providerId="Windows Live" clId="Web-{AA954EBA-E3F0-4079-9556-518299256582}" dt="2025-02-01T09:00:37.141" v="1730" actId="20577"/>
          <ac:spMkLst>
            <pc:docMk/>
            <pc:sldMk cId="1894204309" sldId="269"/>
            <ac:spMk id="2" creationId="{DF46415E-E82D-2805-D261-73DE51BA0C3C}"/>
          </ac:spMkLst>
        </pc:spChg>
        <pc:spChg chg="mod">
          <ac:chgData name="yalla shabab" userId="7b37884d6ee17ace" providerId="Windows Live" clId="Web-{AA954EBA-E3F0-4079-9556-518299256582}" dt="2025-02-01T09:03:24.616" v="1780" actId="20577"/>
          <ac:spMkLst>
            <pc:docMk/>
            <pc:sldMk cId="1894204309" sldId="269"/>
            <ac:spMk id="3" creationId="{914D3432-AB91-E677-52C1-C38050727025}"/>
          </ac:spMkLst>
        </pc:spChg>
        <pc:picChg chg="add mod">
          <ac:chgData name="yalla shabab" userId="7b37884d6ee17ace" providerId="Windows Live" clId="Web-{AA954EBA-E3F0-4079-9556-518299256582}" dt="2025-02-01T09:03:25.663" v="1781" actId="1076"/>
          <ac:picMkLst>
            <pc:docMk/>
            <pc:sldMk cId="1894204309" sldId="269"/>
            <ac:picMk id="4" creationId="{EC69D8D0-9E25-A6E6-D7CB-EA9D3C5FEDB6}"/>
          </ac:picMkLst>
        </pc:picChg>
      </pc:sldChg>
      <pc:sldChg chg="addSp modSp new">
        <pc:chgData name="yalla shabab" userId="7b37884d6ee17ace" providerId="Windows Live" clId="Web-{AA954EBA-E3F0-4079-9556-518299256582}" dt="2025-02-01T09:14:47.584" v="1989" actId="20577"/>
        <pc:sldMkLst>
          <pc:docMk/>
          <pc:sldMk cId="1051177996" sldId="270"/>
        </pc:sldMkLst>
        <pc:spChg chg="mod">
          <ac:chgData name="yalla shabab" userId="7b37884d6ee17ace" providerId="Windows Live" clId="Web-{AA954EBA-E3F0-4079-9556-518299256582}" dt="2025-02-01T09:11:56.327" v="1803" actId="20577"/>
          <ac:spMkLst>
            <pc:docMk/>
            <pc:sldMk cId="1051177996" sldId="270"/>
            <ac:spMk id="2" creationId="{C689567D-E005-2600-22A1-C48519C6C917}"/>
          </ac:spMkLst>
        </pc:spChg>
        <pc:spChg chg="mod">
          <ac:chgData name="yalla shabab" userId="7b37884d6ee17ace" providerId="Windows Live" clId="Web-{AA954EBA-E3F0-4079-9556-518299256582}" dt="2025-02-01T09:14:47.584" v="1989" actId="20577"/>
          <ac:spMkLst>
            <pc:docMk/>
            <pc:sldMk cId="1051177996" sldId="270"/>
            <ac:spMk id="3" creationId="{19D1696C-0EBB-E616-2B94-3418192522B8}"/>
          </ac:spMkLst>
        </pc:spChg>
        <pc:picChg chg="add mod">
          <ac:chgData name="yalla shabab" userId="7b37884d6ee17ace" providerId="Windows Live" clId="Web-{AA954EBA-E3F0-4079-9556-518299256582}" dt="2025-02-01T09:14:41.912" v="1985" actId="1076"/>
          <ac:picMkLst>
            <pc:docMk/>
            <pc:sldMk cId="1051177996" sldId="270"/>
            <ac:picMk id="4" creationId="{B6D4134E-44CD-E22D-4A1E-9854904774AB}"/>
          </ac:picMkLst>
        </pc:picChg>
      </pc:sldChg>
      <pc:sldMasterChg chg="del delSldLayout">
        <pc:chgData name="yalla shabab" userId="7b37884d6ee17ace" providerId="Windows Live" clId="Web-{AA954EBA-E3F0-4079-9556-518299256582}" dt="2025-02-01T07:57:08.030" v="3"/>
        <pc:sldMasterMkLst>
          <pc:docMk/>
          <pc:sldMasterMk cId="2460954070" sldId="2147483660"/>
        </pc:sldMasterMkLst>
        <pc:sldLayoutChg chg="del">
          <pc:chgData name="yalla shabab" userId="7b37884d6ee17ace" providerId="Windows Live" clId="Web-{AA954EBA-E3F0-4079-9556-518299256582}" dt="2025-02-01T07:57:08.030" v="3"/>
          <pc:sldLayoutMkLst>
            <pc:docMk/>
            <pc:sldMasterMk cId="2460954070" sldId="2147483660"/>
            <pc:sldLayoutMk cId="2385387890" sldId="2147483661"/>
          </pc:sldLayoutMkLst>
        </pc:sldLayoutChg>
        <pc:sldLayoutChg chg="del">
          <pc:chgData name="yalla shabab" userId="7b37884d6ee17ace" providerId="Windows Live" clId="Web-{AA954EBA-E3F0-4079-9556-518299256582}" dt="2025-02-01T07:57:08.030" v="3"/>
          <pc:sldLayoutMkLst>
            <pc:docMk/>
            <pc:sldMasterMk cId="2460954070" sldId="2147483660"/>
            <pc:sldLayoutMk cId="949138452" sldId="2147483662"/>
          </pc:sldLayoutMkLst>
        </pc:sldLayoutChg>
        <pc:sldLayoutChg chg="del">
          <pc:chgData name="yalla shabab" userId="7b37884d6ee17ace" providerId="Windows Live" clId="Web-{AA954EBA-E3F0-4079-9556-518299256582}" dt="2025-02-01T07:57:08.030" v="3"/>
          <pc:sldLayoutMkLst>
            <pc:docMk/>
            <pc:sldMasterMk cId="2460954070" sldId="2147483660"/>
            <pc:sldLayoutMk cId="2591524520" sldId="2147483663"/>
          </pc:sldLayoutMkLst>
        </pc:sldLayoutChg>
        <pc:sldLayoutChg chg="del">
          <pc:chgData name="yalla shabab" userId="7b37884d6ee17ace" providerId="Windows Live" clId="Web-{AA954EBA-E3F0-4079-9556-518299256582}" dt="2025-02-01T07:57:08.030" v="3"/>
          <pc:sldLayoutMkLst>
            <pc:docMk/>
            <pc:sldMasterMk cId="2460954070" sldId="2147483660"/>
            <pc:sldLayoutMk cId="1203092039" sldId="2147483664"/>
          </pc:sldLayoutMkLst>
        </pc:sldLayoutChg>
        <pc:sldLayoutChg chg="del">
          <pc:chgData name="yalla shabab" userId="7b37884d6ee17ace" providerId="Windows Live" clId="Web-{AA954EBA-E3F0-4079-9556-518299256582}" dt="2025-02-01T07:57:08.030" v="3"/>
          <pc:sldLayoutMkLst>
            <pc:docMk/>
            <pc:sldMasterMk cId="2460954070" sldId="2147483660"/>
            <pc:sldLayoutMk cId="3733172339" sldId="2147483665"/>
          </pc:sldLayoutMkLst>
        </pc:sldLayoutChg>
        <pc:sldLayoutChg chg="del">
          <pc:chgData name="yalla shabab" userId="7b37884d6ee17ace" providerId="Windows Live" clId="Web-{AA954EBA-E3F0-4079-9556-518299256582}" dt="2025-02-01T07:57:08.030" v="3"/>
          <pc:sldLayoutMkLst>
            <pc:docMk/>
            <pc:sldMasterMk cId="2460954070" sldId="2147483660"/>
            <pc:sldLayoutMk cId="3210312558" sldId="2147483666"/>
          </pc:sldLayoutMkLst>
        </pc:sldLayoutChg>
        <pc:sldLayoutChg chg="del">
          <pc:chgData name="yalla shabab" userId="7b37884d6ee17ace" providerId="Windows Live" clId="Web-{AA954EBA-E3F0-4079-9556-518299256582}" dt="2025-02-01T07:57:08.030" v="3"/>
          <pc:sldLayoutMkLst>
            <pc:docMk/>
            <pc:sldMasterMk cId="2460954070" sldId="2147483660"/>
            <pc:sldLayoutMk cId="3146388984" sldId="2147483667"/>
          </pc:sldLayoutMkLst>
        </pc:sldLayoutChg>
        <pc:sldLayoutChg chg="del">
          <pc:chgData name="yalla shabab" userId="7b37884d6ee17ace" providerId="Windows Live" clId="Web-{AA954EBA-E3F0-4079-9556-518299256582}" dt="2025-02-01T07:57:08.030" v="3"/>
          <pc:sldLayoutMkLst>
            <pc:docMk/>
            <pc:sldMasterMk cId="2460954070" sldId="2147483660"/>
            <pc:sldLayoutMk cId="3171841454" sldId="2147483668"/>
          </pc:sldLayoutMkLst>
        </pc:sldLayoutChg>
        <pc:sldLayoutChg chg="del">
          <pc:chgData name="yalla shabab" userId="7b37884d6ee17ace" providerId="Windows Live" clId="Web-{AA954EBA-E3F0-4079-9556-518299256582}" dt="2025-02-01T07:57:08.030" v="3"/>
          <pc:sldLayoutMkLst>
            <pc:docMk/>
            <pc:sldMasterMk cId="2460954070" sldId="2147483660"/>
            <pc:sldLayoutMk cId="1718958274" sldId="2147483669"/>
          </pc:sldLayoutMkLst>
        </pc:sldLayoutChg>
        <pc:sldLayoutChg chg="del">
          <pc:chgData name="yalla shabab" userId="7b37884d6ee17ace" providerId="Windows Live" clId="Web-{AA954EBA-E3F0-4079-9556-518299256582}" dt="2025-02-01T07:57:08.030" v="3"/>
          <pc:sldLayoutMkLst>
            <pc:docMk/>
            <pc:sldMasterMk cId="2460954070" sldId="2147483660"/>
            <pc:sldLayoutMk cId="2202905451" sldId="2147483670"/>
          </pc:sldLayoutMkLst>
        </pc:sldLayoutChg>
        <pc:sldLayoutChg chg="del">
          <pc:chgData name="yalla shabab" userId="7b37884d6ee17ace" providerId="Windows Live" clId="Web-{AA954EBA-E3F0-4079-9556-518299256582}" dt="2025-02-01T07:57:08.030" v="3"/>
          <pc:sldLayoutMkLst>
            <pc:docMk/>
            <pc:sldMasterMk cId="2460954070" sldId="2147483660"/>
            <pc:sldLayoutMk cId="3479445657" sldId="2147483671"/>
          </pc:sldLayoutMkLst>
        </pc:sldLayoutChg>
      </pc:sldMasterChg>
      <pc:sldMasterChg chg="add del addSldLayout delSldLayout modSldLayout">
        <pc:chgData name="yalla shabab" userId="7b37884d6ee17ace" providerId="Windows Live" clId="Web-{AA954EBA-E3F0-4079-9556-518299256582}" dt="2025-02-01T07:57:14.359" v="4"/>
        <pc:sldMasterMkLst>
          <pc:docMk/>
          <pc:sldMasterMk cId="2762597596" sldId="2147483672"/>
        </pc:sldMasterMkLst>
        <pc:sldLayoutChg chg="add del mod replId">
          <pc:chgData name="yalla shabab" userId="7b37884d6ee17ace" providerId="Windows Live" clId="Web-{AA954EBA-E3F0-4079-9556-518299256582}" dt="2025-02-01T07:57:14.359" v="4"/>
          <pc:sldLayoutMkLst>
            <pc:docMk/>
            <pc:sldMasterMk cId="2762597596" sldId="2147483672"/>
            <pc:sldLayoutMk cId="4047599153" sldId="2147483673"/>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907073973" sldId="2147483674"/>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1533778775" sldId="2147483675"/>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1105598896" sldId="2147483676"/>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2450064143" sldId="2147483677"/>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3233447199" sldId="2147483678"/>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2247396176" sldId="2147483679"/>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3232438373" sldId="2147483680"/>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3188302128" sldId="2147483681"/>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1845279328" sldId="2147483682"/>
          </pc:sldLayoutMkLst>
        </pc:sldLayoutChg>
        <pc:sldLayoutChg chg="add del mod replId">
          <pc:chgData name="yalla shabab" userId="7b37884d6ee17ace" providerId="Windows Live" clId="Web-{AA954EBA-E3F0-4079-9556-518299256582}" dt="2025-02-01T07:57:14.359" v="4"/>
          <pc:sldLayoutMkLst>
            <pc:docMk/>
            <pc:sldMasterMk cId="2762597596" sldId="2147483672"/>
            <pc:sldLayoutMk cId="3480103044" sldId="2147483683"/>
          </pc:sldLayoutMkLst>
        </pc:sldLayoutChg>
      </pc:sldMasterChg>
      <pc:sldMasterChg chg="add del addSldLayout delSldLayout modSldLayout">
        <pc:chgData name="yalla shabab" userId="7b37884d6ee17ace" providerId="Windows Live" clId="Web-{AA954EBA-E3F0-4079-9556-518299256582}" dt="2025-02-01T07:57:15.952" v="5"/>
        <pc:sldMasterMkLst>
          <pc:docMk/>
          <pc:sldMasterMk cId="3789373764" sldId="2147483684"/>
        </pc:sldMasterMkLst>
        <pc:sldLayoutChg chg="add del mod replId">
          <pc:chgData name="yalla shabab" userId="7b37884d6ee17ace" providerId="Windows Live" clId="Web-{AA954EBA-E3F0-4079-9556-518299256582}" dt="2025-02-01T07:57:15.952" v="5"/>
          <pc:sldLayoutMkLst>
            <pc:docMk/>
            <pc:sldMasterMk cId="3789373764" sldId="2147483684"/>
            <pc:sldLayoutMk cId="253945581" sldId="2147483685"/>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2017867584" sldId="2147483686"/>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1086166130" sldId="2147483687"/>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1995563729" sldId="2147483688"/>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2242773124" sldId="2147483689"/>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161258716" sldId="2147483690"/>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4143162049" sldId="2147483691"/>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2968959407" sldId="2147483692"/>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1824877414" sldId="2147483693"/>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3738944795" sldId="2147483694"/>
          </pc:sldLayoutMkLst>
        </pc:sldLayoutChg>
        <pc:sldLayoutChg chg="add del mod replId">
          <pc:chgData name="yalla shabab" userId="7b37884d6ee17ace" providerId="Windows Live" clId="Web-{AA954EBA-E3F0-4079-9556-518299256582}" dt="2025-02-01T07:57:15.952" v="5"/>
          <pc:sldLayoutMkLst>
            <pc:docMk/>
            <pc:sldMasterMk cId="3789373764" sldId="2147483684"/>
            <pc:sldLayoutMk cId="2209368807" sldId="2147483695"/>
          </pc:sldLayoutMkLst>
        </pc:sldLayoutChg>
      </pc:sldMasterChg>
      <pc:sldMasterChg chg="add del addSldLayout delSldLayout modSldLayout">
        <pc:chgData name="yalla shabab" userId="7b37884d6ee17ace" providerId="Windows Live" clId="Web-{AA954EBA-E3F0-4079-9556-518299256582}" dt="2025-02-01T07:57:20.874" v="6"/>
        <pc:sldMasterMkLst>
          <pc:docMk/>
          <pc:sldMasterMk cId="26125385" sldId="2147483696"/>
        </pc:sldMasterMkLst>
        <pc:sldLayoutChg chg="add del mod replId">
          <pc:chgData name="yalla shabab" userId="7b37884d6ee17ace" providerId="Windows Live" clId="Web-{AA954EBA-E3F0-4079-9556-518299256582}" dt="2025-02-01T07:57:20.874" v="6"/>
          <pc:sldLayoutMkLst>
            <pc:docMk/>
            <pc:sldMasterMk cId="26125385" sldId="2147483696"/>
            <pc:sldLayoutMk cId="942903782" sldId="2147483697"/>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2278130753" sldId="2147483698"/>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2947466593" sldId="2147483699"/>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2734313919" sldId="2147483700"/>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3847078765" sldId="2147483701"/>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695158289" sldId="2147483702"/>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172666246" sldId="2147483703"/>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2534720238" sldId="2147483704"/>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1760848922" sldId="2147483705"/>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3461311550" sldId="2147483706"/>
          </pc:sldLayoutMkLst>
        </pc:sldLayoutChg>
        <pc:sldLayoutChg chg="add del mod replId">
          <pc:chgData name="yalla shabab" userId="7b37884d6ee17ace" providerId="Windows Live" clId="Web-{AA954EBA-E3F0-4079-9556-518299256582}" dt="2025-02-01T07:57:20.874" v="6"/>
          <pc:sldLayoutMkLst>
            <pc:docMk/>
            <pc:sldMasterMk cId="26125385" sldId="2147483696"/>
            <pc:sldLayoutMk cId="2218053828" sldId="2147483707"/>
          </pc:sldLayoutMkLst>
        </pc:sldLayoutChg>
      </pc:sldMasterChg>
      <pc:sldMasterChg chg="add addSldLayout modSldLayout">
        <pc:chgData name="yalla shabab" userId="7b37884d6ee17ace" providerId="Windows Live" clId="Web-{AA954EBA-E3F0-4079-9556-518299256582}" dt="2025-02-01T07:57:20.874" v="6"/>
        <pc:sldMasterMkLst>
          <pc:docMk/>
          <pc:sldMasterMk cId="1155859825" sldId="2147483708"/>
        </pc:sldMasterMkLst>
        <pc:sldLayoutChg chg="add mod replId">
          <pc:chgData name="yalla shabab" userId="7b37884d6ee17ace" providerId="Windows Live" clId="Web-{AA954EBA-E3F0-4079-9556-518299256582}" dt="2025-02-01T07:57:20.874" v="6"/>
          <pc:sldLayoutMkLst>
            <pc:docMk/>
            <pc:sldMasterMk cId="1155859825" sldId="2147483708"/>
            <pc:sldLayoutMk cId="364772160" sldId="2147483709"/>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2336896368" sldId="2147483710"/>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3785289892" sldId="2147483711"/>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2004638436" sldId="2147483712"/>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3950703206" sldId="2147483713"/>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795626809" sldId="2147483714"/>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3430468584" sldId="2147483715"/>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2211247417" sldId="2147483716"/>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617590441" sldId="2147483717"/>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191479760" sldId="2147483718"/>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3136943401" sldId="2147483719"/>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1859515464" sldId="2147483720"/>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715984919" sldId="2147483721"/>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551060733" sldId="2147483722"/>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2265429216" sldId="2147483723"/>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555574021" sldId="2147483724"/>
          </pc:sldLayoutMkLst>
        </pc:sldLayoutChg>
        <pc:sldLayoutChg chg="add mod replId">
          <pc:chgData name="yalla shabab" userId="7b37884d6ee17ace" providerId="Windows Live" clId="Web-{AA954EBA-E3F0-4079-9556-518299256582}" dt="2025-02-01T07:57:20.874" v="6"/>
          <pc:sldLayoutMkLst>
            <pc:docMk/>
            <pc:sldMasterMk cId="1155859825" sldId="2147483708"/>
            <pc:sldLayoutMk cId="539893228" sldId="2147483725"/>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2/1/2025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4772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C9CA7B-DFD4-44B5-8C60-D14B8CD1FB59}" type="datetimeFigureOut">
              <a:rPr lang="en-US" dirty="0"/>
              <a:t>2/1/2025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3689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2/1/2025</a:t>
            </a:fld>
            <a:endParaRPr lang="en-US"/>
          </a:p>
        </p:txBody>
      </p:sp>
      <p:sp>
        <p:nvSpPr>
          <p:cNvPr id="5" name="Footer Placeholder 4"/>
          <p:cNvSpPr>
            <a:spLocks noGrp="1"/>
          </p:cNvSpPr>
          <p:nvPr>
            <p:ph type="ftr" sz="quarter" idx="11"/>
          </p:nvPr>
        </p:nvSpPr>
        <p:spPr/>
        <p:txBody>
          <a:bodyPr/>
          <a:lstStyle/>
          <a:p>
            <a:r>
              <a:rPr lang="en-US"/>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85289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B8791-F1B0-41E7-B7FD-A781E65C4266}" type="datetimeFigureOut">
              <a:rPr lang="en-US" dirty="0"/>
              <a:t>2/1/2025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04638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DD63B2-E120-4ED8-B27B-C685F510A5FE}" type="datetimeFigureOut">
              <a:rPr lang="en-US" dirty="0"/>
              <a:t>2/1/2025</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50703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AA18ACC-A947-437B-A130-35BD54FDF1E9}" type="datetimeFigureOut">
              <a:rPr lang="en-US" dirty="0"/>
              <a:t>2/1/2025</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9562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2/1/2025</a:t>
            </a:fld>
            <a:endParaRPr lang="en-US"/>
          </a:p>
        </p:txBody>
      </p:sp>
      <p:sp>
        <p:nvSpPr>
          <p:cNvPr id="3" name="Footer Placeholder 2"/>
          <p:cNvSpPr>
            <a:spLocks noGrp="1"/>
          </p:cNvSpPr>
          <p:nvPr>
            <p:ph type="ftr" sz="quarter" idx="11"/>
          </p:nvPr>
        </p:nvSpPr>
        <p:spPr/>
        <p:txBody>
          <a:bodyPr/>
          <a:lstStyle/>
          <a:p>
            <a:r>
              <a:rPr lang="en-US"/>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30468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2/1/2025</a:t>
            </a:fld>
            <a:endParaRPr lang="en-US"/>
          </a:p>
        </p:txBody>
      </p:sp>
      <p:sp>
        <p:nvSpPr>
          <p:cNvPr id="6" name="Footer Placeholder 5"/>
          <p:cNvSpPr>
            <a:spLocks noGrp="1"/>
          </p:cNvSpPr>
          <p:nvPr>
            <p:ph type="ftr" sz="quarter" idx="11"/>
          </p:nvPr>
        </p:nvSpPr>
        <p:spPr/>
        <p:txBody>
          <a:bodyPr/>
          <a:lstStyle/>
          <a:p>
            <a:r>
              <a:rPr lang="en-US"/>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11247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endParaRPr lang="en-US"/>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2/1/2025</a:t>
            </a:fld>
            <a:endParaRPr lang="en-US"/>
          </a:p>
        </p:txBody>
      </p:sp>
      <p:sp>
        <p:nvSpPr>
          <p:cNvPr id="6" name="Footer Placeholder 5"/>
          <p:cNvSpPr>
            <a:spLocks noGrp="1"/>
          </p:cNvSpPr>
          <p:nvPr>
            <p:ph type="ftr" sz="quarter" idx="11"/>
          </p:nvPr>
        </p:nvSpPr>
        <p:spPr/>
        <p:txBody>
          <a:bodyPr/>
          <a:lstStyle/>
          <a:p>
            <a:r>
              <a:rPr lang="en-US"/>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17590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2/1/2025</a:t>
            </a:fld>
            <a:endParaRPr lang="en-US"/>
          </a:p>
        </p:txBody>
      </p:sp>
      <p:sp>
        <p:nvSpPr>
          <p:cNvPr id="6" name="Footer Placeholder 5"/>
          <p:cNvSpPr>
            <a:spLocks noGrp="1"/>
          </p:cNvSpPr>
          <p:nvPr>
            <p:ph type="ftr" sz="quarter" idx="11"/>
          </p:nvPr>
        </p:nvSpPr>
        <p:spPr/>
        <p:txBody>
          <a:bodyPr/>
          <a:lstStyle/>
          <a:p>
            <a:r>
              <a:rPr lang="en-US"/>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1479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2/1/2025</a:t>
            </a:fld>
            <a:endParaRPr lang="en-US"/>
          </a:p>
        </p:txBody>
      </p:sp>
      <p:sp>
        <p:nvSpPr>
          <p:cNvPr id="5" name="Footer Placeholder 4"/>
          <p:cNvSpPr>
            <a:spLocks noGrp="1"/>
          </p:cNvSpPr>
          <p:nvPr>
            <p:ph type="ftr" sz="quarter" idx="11"/>
          </p:nvPr>
        </p:nvSpPr>
        <p:spPr/>
        <p:txBody>
          <a:bodyPr/>
          <a:lstStyle/>
          <a:p>
            <a:r>
              <a:rPr lang="en-US"/>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36943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2/1/2025</a:t>
            </a:fld>
            <a:endParaRPr lang="en-US"/>
          </a:p>
        </p:txBody>
      </p:sp>
      <p:sp>
        <p:nvSpPr>
          <p:cNvPr id="5" name="Footer Placeholder 4"/>
          <p:cNvSpPr>
            <a:spLocks noGrp="1"/>
          </p:cNvSpPr>
          <p:nvPr>
            <p:ph type="ftr" sz="quarter" idx="11"/>
          </p:nvPr>
        </p:nvSpPr>
        <p:spPr/>
        <p:txBody>
          <a:bodyPr/>
          <a:lstStyle/>
          <a:p>
            <a:r>
              <a:rPr lang="en-US"/>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59515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2/1/2025</a:t>
            </a:fld>
            <a:endParaRPr lang="en-US"/>
          </a:p>
        </p:txBody>
      </p:sp>
      <p:sp>
        <p:nvSpPr>
          <p:cNvPr id="5" name="Footer Placeholder 4"/>
          <p:cNvSpPr>
            <a:spLocks noGrp="1"/>
          </p:cNvSpPr>
          <p:nvPr>
            <p:ph type="ftr" sz="quarter" idx="11"/>
          </p:nvPr>
        </p:nvSpPr>
        <p:spPr/>
        <p:txBody>
          <a:bodyPr/>
          <a:lstStyle/>
          <a:p>
            <a:r>
              <a:rPr lang="en-US"/>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15984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2/1/2025</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51060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2/1/2025</a:t>
            </a:fld>
            <a:endParaRPr lang="en-US"/>
          </a:p>
        </p:txBody>
      </p:sp>
      <p:sp>
        <p:nvSpPr>
          <p:cNvPr id="8" name="Footer Placeholder 7"/>
          <p:cNvSpPr>
            <a:spLocks noGrp="1"/>
          </p:cNvSpPr>
          <p:nvPr>
            <p:ph type="ftr" sz="quarter" idx="11"/>
          </p:nvPr>
        </p:nvSpPr>
        <p:spPr>
          <a:xfrm>
            <a:off x="561111" y="6391838"/>
            <a:ext cx="3644282" cy="304801"/>
          </a:xfrm>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65429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2/1/2025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555740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2/1/2025</a:t>
            </a:fld>
            <a:endParaRPr lang="en-US"/>
          </a:p>
        </p:txBody>
      </p:sp>
      <p:sp>
        <p:nvSpPr>
          <p:cNvPr id="5" name="Footer Placeholder 4"/>
          <p:cNvSpPr>
            <a:spLocks noGrp="1"/>
          </p:cNvSpPr>
          <p:nvPr>
            <p:ph type="ftr" sz="quarter" idx="11"/>
          </p:nvPr>
        </p:nvSpPr>
        <p:spPr/>
        <p:txBody>
          <a:bodyPr/>
          <a:lstStyle/>
          <a:p>
            <a:r>
              <a:rPr lang="en-US"/>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39893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2/1/2025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15585982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Yalla Shabab</a:t>
            </a:r>
          </a:p>
        </p:txBody>
      </p:sp>
      <p:sp>
        <p:nvSpPr>
          <p:cNvPr id="3" name="Subtitle 2"/>
          <p:cNvSpPr>
            <a:spLocks noGrp="1"/>
          </p:cNvSpPr>
          <p:nvPr>
            <p:ph type="subTitle" idx="1"/>
          </p:nvPr>
        </p:nvSpPr>
        <p:spPr>
          <a:xfrm>
            <a:off x="1154955" y="4777380"/>
            <a:ext cx="8825658" cy="1341584"/>
          </a:xfrm>
        </p:spPr>
        <p:txBody>
          <a:bodyPr/>
          <a:lstStyle/>
          <a:p>
            <a:r>
              <a:rPr lang="en-US"/>
              <a:t>Done By :</a:t>
            </a:r>
          </a:p>
          <a:p>
            <a:r>
              <a:rPr lang="en-US"/>
              <a:t>Israa </a:t>
            </a:r>
            <a:r>
              <a:rPr lang="en-US" err="1"/>
              <a:t>Mazaraa</a:t>
            </a:r>
            <a:endParaRPr lang="en-US"/>
          </a:p>
          <a:p>
            <a:r>
              <a:rPr lang="en-US"/>
              <a:t>Tamara </a:t>
            </a:r>
            <a:r>
              <a:rPr lang="en-US" err="1"/>
              <a:t>Refaee</a:t>
            </a:r>
          </a:p>
        </p:txBody>
      </p:sp>
      <p:pic>
        <p:nvPicPr>
          <p:cNvPr id="4" name="Picture 3" descr="A logo of people with stars and a sunburst&#10;&#10;AI-generated content may be incorrect.">
            <a:extLst>
              <a:ext uri="{FF2B5EF4-FFF2-40B4-BE49-F238E27FC236}">
                <a16:creationId xmlns:a16="http://schemas.microsoft.com/office/drawing/2014/main" id="{48EA4105-6B62-FC70-54A6-3D9C46BF70C0}"/>
              </a:ext>
            </a:extLst>
          </p:cNvPr>
          <p:cNvPicPr>
            <a:picLocks noChangeAspect="1"/>
          </p:cNvPicPr>
          <p:nvPr/>
        </p:nvPicPr>
        <p:blipFill>
          <a:blip r:embed="rId2"/>
          <a:stretch>
            <a:fillRect/>
          </a:stretch>
        </p:blipFill>
        <p:spPr>
          <a:xfrm>
            <a:off x="6282586" y="1340024"/>
            <a:ext cx="4762500" cy="47625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71F9F-DC99-1231-A1BB-D730B623A760}"/>
              </a:ext>
            </a:extLst>
          </p:cNvPr>
          <p:cNvSpPr>
            <a:spLocks noGrp="1"/>
          </p:cNvSpPr>
          <p:nvPr>
            <p:ph type="title"/>
          </p:nvPr>
        </p:nvSpPr>
        <p:spPr/>
        <p:txBody>
          <a:bodyPr/>
          <a:lstStyle/>
          <a:p>
            <a:r>
              <a:rPr lang="en-US"/>
              <a:t>Yall Shabab</a:t>
            </a:r>
          </a:p>
        </p:txBody>
      </p:sp>
      <p:sp>
        <p:nvSpPr>
          <p:cNvPr id="3" name="Content Placeholder 2">
            <a:extLst>
              <a:ext uri="{FF2B5EF4-FFF2-40B4-BE49-F238E27FC236}">
                <a16:creationId xmlns:a16="http://schemas.microsoft.com/office/drawing/2014/main" id="{B0A3B4DB-E77F-52B9-7307-4D612B3C2BC3}"/>
              </a:ext>
            </a:extLst>
          </p:cNvPr>
          <p:cNvSpPr>
            <a:spLocks noGrp="1"/>
          </p:cNvSpPr>
          <p:nvPr>
            <p:ph idx="1"/>
          </p:nvPr>
        </p:nvSpPr>
        <p:spPr/>
        <p:txBody>
          <a:bodyPr vert="horz" lIns="91440" tIns="45720" rIns="91440" bIns="45720" rtlCol="0" anchor="t">
            <a:normAutofit fontScale="85000" lnSpcReduction="20000"/>
          </a:bodyPr>
          <a:lstStyle/>
          <a:p>
            <a:r>
              <a:rPr lang="en-US" sz="2000">
                <a:solidFill>
                  <a:srgbClr val="374151"/>
                </a:solidFill>
                <a:ea typeface="+mn-lt"/>
                <a:cs typeface="+mn-lt"/>
              </a:rPr>
              <a:t>Yalla Shabab is your go-to platform for organizing impactful events and courses, bringing together professors, students, and companies from around the world—with </a:t>
            </a:r>
            <a:r>
              <a:rPr lang="en-US" sz="2000" b="1">
                <a:solidFill>
                  <a:srgbClr val="374151"/>
                </a:solidFill>
                <a:ea typeface="+mn-lt"/>
                <a:cs typeface="+mn-lt"/>
              </a:rPr>
              <a:t>a special focus on supporting Palestine during times of conflict</a:t>
            </a:r>
            <a:r>
              <a:rPr lang="en-US" sz="2000">
                <a:solidFill>
                  <a:srgbClr val="374151"/>
                </a:solidFill>
                <a:ea typeface="+mn-lt"/>
                <a:cs typeface="+mn-lt"/>
              </a:rPr>
              <a:t>. Since our inception in 2025, our mission has been to bridge the gap between education and industry by offering exceptional opportunities for skill development, collaboration, and innovation. We are committed to empowering communities and providing crucial support where it is needed most, ensuring that progress and learning continue even in the face of adversity."</a:t>
            </a:r>
          </a:p>
          <a:p>
            <a:pPr marL="0" indent="0">
              <a:buNone/>
            </a:pPr>
            <a:endParaRPr lang="en-US" sz="2000">
              <a:solidFill>
                <a:srgbClr val="374151"/>
              </a:solidFill>
              <a:ea typeface="+mn-lt"/>
              <a:cs typeface="+mn-lt"/>
            </a:endParaRPr>
          </a:p>
          <a:p>
            <a:r>
              <a:rPr lang="en-US" sz="2000">
                <a:solidFill>
                  <a:srgbClr val="374151"/>
                </a:solidFill>
                <a:ea typeface="+mn-lt"/>
                <a:cs typeface="+mn-lt"/>
              </a:rPr>
              <a:t>our goal is to expand globally. Additionally, we can create a newsletter page for our partners, allowing them to share their posts and news.</a:t>
            </a:r>
          </a:p>
          <a:p>
            <a:r>
              <a:rPr lang="en-US" sz="2000">
                <a:solidFill>
                  <a:srgbClr val="374151"/>
                </a:solidFill>
              </a:rPr>
              <a:t>Learning Management system that allowable for teacher post their training Material .</a:t>
            </a:r>
          </a:p>
          <a:p>
            <a:endParaRPr lang="en-US" sz="2000">
              <a:solidFill>
                <a:srgbClr val="374151"/>
              </a:solidFill>
            </a:endParaRPr>
          </a:p>
        </p:txBody>
      </p:sp>
    </p:spTree>
    <p:extLst>
      <p:ext uri="{BB962C8B-B14F-4D97-AF65-F5344CB8AC3E}">
        <p14:creationId xmlns:p14="http://schemas.microsoft.com/office/powerpoint/2010/main" val="520635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F0956-D0CE-6492-FC91-2BDFEC78CD3F}"/>
              </a:ext>
            </a:extLst>
          </p:cNvPr>
          <p:cNvSpPr>
            <a:spLocks noGrp="1"/>
          </p:cNvSpPr>
          <p:nvPr>
            <p:ph type="title"/>
          </p:nvPr>
        </p:nvSpPr>
        <p:spPr/>
        <p:txBody>
          <a:bodyPr/>
          <a:lstStyle/>
          <a:p>
            <a:r>
              <a:rPr lang="en-US"/>
              <a:t>Our </a:t>
            </a:r>
            <a:r>
              <a:rPr lang="en-US">
                <a:ea typeface="+mj-lt"/>
                <a:cs typeface="+mj-lt"/>
              </a:rPr>
              <a:t>Environment </a:t>
            </a:r>
          </a:p>
        </p:txBody>
      </p:sp>
      <p:sp>
        <p:nvSpPr>
          <p:cNvPr id="3" name="Content Placeholder 2">
            <a:extLst>
              <a:ext uri="{FF2B5EF4-FFF2-40B4-BE49-F238E27FC236}">
                <a16:creationId xmlns:a16="http://schemas.microsoft.com/office/drawing/2014/main" id="{DA04660E-2374-FA08-6097-670EE738E074}"/>
              </a:ext>
            </a:extLst>
          </p:cNvPr>
          <p:cNvSpPr>
            <a:spLocks noGrp="1"/>
          </p:cNvSpPr>
          <p:nvPr>
            <p:ph idx="1"/>
          </p:nvPr>
        </p:nvSpPr>
        <p:spPr/>
        <p:txBody>
          <a:bodyPr vert="horz" lIns="91440" tIns="45720" rIns="91440" bIns="45720" rtlCol="0" anchor="t">
            <a:normAutofit/>
          </a:bodyPr>
          <a:lstStyle/>
          <a:p>
            <a:r>
              <a:rPr lang="en-US">
                <a:ea typeface="+mn-lt"/>
                <a:cs typeface="+mn-lt"/>
              </a:rPr>
              <a:t>Our environment includes a web API built on a Spring Boot application and a frontend built with React, using libraries such as Tailwind CSS and Axios and others.</a:t>
            </a:r>
            <a:endParaRPr lang="en-US"/>
          </a:p>
        </p:txBody>
      </p:sp>
    </p:spTree>
    <p:extLst>
      <p:ext uri="{BB962C8B-B14F-4D97-AF65-F5344CB8AC3E}">
        <p14:creationId xmlns:p14="http://schemas.microsoft.com/office/powerpoint/2010/main" val="4028121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4401-F90D-5626-BE45-A558122E0208}"/>
              </a:ext>
            </a:extLst>
          </p:cNvPr>
          <p:cNvSpPr>
            <a:spLocks noGrp="1"/>
          </p:cNvSpPr>
          <p:nvPr>
            <p:ph type="title"/>
          </p:nvPr>
        </p:nvSpPr>
        <p:spPr/>
        <p:txBody>
          <a:bodyPr/>
          <a:lstStyle/>
          <a:p>
            <a:r>
              <a:rPr lang="en-US"/>
              <a:t>Our website</a:t>
            </a:r>
          </a:p>
        </p:txBody>
      </p:sp>
      <p:sp>
        <p:nvSpPr>
          <p:cNvPr id="3" name="Content Placeholder 2">
            <a:extLst>
              <a:ext uri="{FF2B5EF4-FFF2-40B4-BE49-F238E27FC236}">
                <a16:creationId xmlns:a16="http://schemas.microsoft.com/office/drawing/2014/main" id="{8F6E2352-8DAD-69C0-60C5-AFA0BFECFCA0}"/>
              </a:ext>
            </a:extLst>
          </p:cNvPr>
          <p:cNvSpPr>
            <a:spLocks noGrp="1"/>
          </p:cNvSpPr>
          <p:nvPr>
            <p:ph idx="1"/>
          </p:nvPr>
        </p:nvSpPr>
        <p:spPr/>
        <p:txBody>
          <a:bodyPr vert="horz" lIns="91440" tIns="45720" rIns="91440" bIns="45720" rtlCol="0" anchor="t">
            <a:normAutofit/>
          </a:bodyPr>
          <a:lstStyle/>
          <a:p>
            <a:r>
              <a:rPr lang="en-US"/>
              <a:t>We have two part of our website </a:t>
            </a:r>
          </a:p>
          <a:p>
            <a:r>
              <a:rPr lang="en-US" b="1">
                <a:ea typeface="+mn-lt"/>
                <a:cs typeface="+mn-lt"/>
              </a:rPr>
              <a:t>"Education Hub</a:t>
            </a:r>
            <a:r>
              <a:rPr lang="en-US">
                <a:ea typeface="+mn-lt"/>
                <a:cs typeface="+mn-lt"/>
              </a:rPr>
              <a:t>"  or </a:t>
            </a:r>
            <a:r>
              <a:rPr lang="en-US" b="1">
                <a:ea typeface="+mn-lt"/>
                <a:cs typeface="+mn-lt"/>
              </a:rPr>
              <a:t>"portal "</a:t>
            </a:r>
          </a:p>
          <a:p>
            <a:endParaRPr lang="en-US" b="1"/>
          </a:p>
          <a:p>
            <a:r>
              <a:rPr lang="en-US" b="1"/>
              <a:t>We have four different user:</a:t>
            </a:r>
          </a:p>
          <a:p>
            <a:r>
              <a:rPr lang="en-US"/>
              <a:t>1.suoper Admin /Admin</a:t>
            </a:r>
          </a:p>
          <a:p>
            <a:r>
              <a:rPr lang="en-US"/>
              <a:t>2.Student</a:t>
            </a:r>
          </a:p>
          <a:p>
            <a:r>
              <a:rPr lang="en-US"/>
              <a:t>3.Instuctor </a:t>
            </a:r>
          </a:p>
          <a:p>
            <a:r>
              <a:rPr lang="en-US"/>
              <a:t>4.Organziation / partners</a:t>
            </a:r>
          </a:p>
          <a:p>
            <a:pPr marL="0" indent="0">
              <a:buNone/>
            </a:pPr>
            <a:endParaRPr lang="en-US" b="1"/>
          </a:p>
        </p:txBody>
      </p:sp>
    </p:spTree>
    <p:extLst>
      <p:ext uri="{BB962C8B-B14F-4D97-AF65-F5344CB8AC3E}">
        <p14:creationId xmlns:p14="http://schemas.microsoft.com/office/powerpoint/2010/main" val="3570762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829A-B772-2079-A54E-367914A2A260}"/>
              </a:ext>
            </a:extLst>
          </p:cNvPr>
          <p:cNvSpPr>
            <a:spLocks noGrp="1"/>
          </p:cNvSpPr>
          <p:nvPr>
            <p:ph type="title"/>
          </p:nvPr>
        </p:nvSpPr>
        <p:spPr/>
        <p:txBody>
          <a:bodyPr/>
          <a:lstStyle/>
          <a:p>
            <a:r>
              <a:rPr lang="en-US"/>
              <a:t>Users</a:t>
            </a:r>
          </a:p>
        </p:txBody>
      </p:sp>
      <p:sp>
        <p:nvSpPr>
          <p:cNvPr id="3" name="Content Placeholder 2">
            <a:extLst>
              <a:ext uri="{FF2B5EF4-FFF2-40B4-BE49-F238E27FC236}">
                <a16:creationId xmlns:a16="http://schemas.microsoft.com/office/drawing/2014/main" id="{A5A79D3F-F84D-C530-FF08-427ABD0E2E6C}"/>
              </a:ext>
            </a:extLst>
          </p:cNvPr>
          <p:cNvSpPr>
            <a:spLocks noGrp="1"/>
          </p:cNvSpPr>
          <p:nvPr>
            <p:ph idx="1"/>
          </p:nvPr>
        </p:nvSpPr>
        <p:spPr/>
        <p:txBody>
          <a:bodyPr vert="horz" lIns="91440" tIns="45720" rIns="91440" bIns="45720" rtlCol="0" anchor="t">
            <a:normAutofit/>
          </a:bodyPr>
          <a:lstStyle/>
          <a:p>
            <a:r>
              <a:rPr lang="en-US"/>
              <a:t>Super admin : can has full permission  on our website (</a:t>
            </a:r>
            <a:r>
              <a:rPr lang="en-US" err="1"/>
              <a:t>e.g</a:t>
            </a:r>
            <a:r>
              <a:rPr lang="en-US"/>
              <a:t> Add Admin)</a:t>
            </a:r>
          </a:p>
          <a:p>
            <a:r>
              <a:rPr lang="en-US"/>
              <a:t>Admin : can adding Instructor, training, Organization </a:t>
            </a:r>
          </a:p>
          <a:p>
            <a:r>
              <a:rPr lang="en-US"/>
              <a:t>Instructor and organization can added by Admin or super admin</a:t>
            </a:r>
          </a:p>
          <a:p>
            <a:pPr marL="0" indent="0">
              <a:buNone/>
            </a:pPr>
            <a:r>
              <a:rPr lang="en-US"/>
              <a:t>And no sign up for them .</a:t>
            </a:r>
          </a:p>
        </p:txBody>
      </p:sp>
    </p:spTree>
    <p:extLst>
      <p:ext uri="{BB962C8B-B14F-4D97-AF65-F5344CB8AC3E}">
        <p14:creationId xmlns:p14="http://schemas.microsoft.com/office/powerpoint/2010/main" val="2102695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3092D-3348-0279-3B98-DE242DA0426D}"/>
              </a:ext>
            </a:extLst>
          </p:cNvPr>
          <p:cNvSpPr>
            <a:spLocks noGrp="1"/>
          </p:cNvSpPr>
          <p:nvPr>
            <p:ph type="title"/>
          </p:nvPr>
        </p:nvSpPr>
        <p:spPr/>
        <p:txBody>
          <a:bodyPr/>
          <a:lstStyle/>
          <a:p>
            <a:r>
              <a:rPr lang="en-US"/>
              <a:t>Student</a:t>
            </a:r>
          </a:p>
        </p:txBody>
      </p:sp>
      <p:sp>
        <p:nvSpPr>
          <p:cNvPr id="3" name="Content Placeholder 2">
            <a:extLst>
              <a:ext uri="{FF2B5EF4-FFF2-40B4-BE49-F238E27FC236}">
                <a16:creationId xmlns:a16="http://schemas.microsoft.com/office/drawing/2014/main" id="{D5C06AC1-B012-F5A1-7D01-2CDB4B4ADB5E}"/>
              </a:ext>
            </a:extLst>
          </p:cNvPr>
          <p:cNvSpPr>
            <a:spLocks noGrp="1"/>
          </p:cNvSpPr>
          <p:nvPr>
            <p:ph idx="1"/>
          </p:nvPr>
        </p:nvSpPr>
        <p:spPr/>
        <p:txBody>
          <a:bodyPr vert="horz" lIns="91440" tIns="45720" rIns="91440" bIns="45720" rtlCol="0" anchor="t">
            <a:normAutofit/>
          </a:bodyPr>
          <a:lstStyle/>
          <a:p>
            <a:r>
              <a:rPr lang="en-US"/>
              <a:t>Student: only Students can make sign up from our website</a:t>
            </a:r>
          </a:p>
          <a:p>
            <a:endParaRPr lang="en-US"/>
          </a:p>
        </p:txBody>
      </p:sp>
      <p:pic>
        <p:nvPicPr>
          <p:cNvPr id="4" name="Picture 3" descr="A screenshot of a computer screen&#10;&#10;AI-generated content may be incorrect.">
            <a:extLst>
              <a:ext uri="{FF2B5EF4-FFF2-40B4-BE49-F238E27FC236}">
                <a16:creationId xmlns:a16="http://schemas.microsoft.com/office/drawing/2014/main" id="{5C2D6A73-F656-7192-5D6A-76F6C46B1424}"/>
              </a:ext>
            </a:extLst>
          </p:cNvPr>
          <p:cNvPicPr>
            <a:picLocks noChangeAspect="1"/>
          </p:cNvPicPr>
          <p:nvPr/>
        </p:nvPicPr>
        <p:blipFill>
          <a:blip r:embed="rId2"/>
          <a:stretch>
            <a:fillRect/>
          </a:stretch>
        </p:blipFill>
        <p:spPr>
          <a:xfrm>
            <a:off x="1524000" y="2939195"/>
            <a:ext cx="7484302" cy="2952460"/>
          </a:xfrm>
          <a:prstGeom prst="rect">
            <a:avLst/>
          </a:prstGeom>
        </p:spPr>
      </p:pic>
    </p:spTree>
    <p:extLst>
      <p:ext uri="{BB962C8B-B14F-4D97-AF65-F5344CB8AC3E}">
        <p14:creationId xmlns:p14="http://schemas.microsoft.com/office/powerpoint/2010/main" val="3929830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EB8E2-0AC5-2DE0-80A7-A2514ED9039E}"/>
              </a:ext>
            </a:extLst>
          </p:cNvPr>
          <p:cNvSpPr>
            <a:spLocks noGrp="1"/>
          </p:cNvSpPr>
          <p:nvPr>
            <p:ph type="title"/>
          </p:nvPr>
        </p:nvSpPr>
        <p:spPr/>
        <p:txBody>
          <a:bodyPr/>
          <a:lstStyle/>
          <a:p>
            <a:r>
              <a:rPr lang="en-US"/>
              <a:t>Training </a:t>
            </a:r>
          </a:p>
        </p:txBody>
      </p:sp>
      <p:sp>
        <p:nvSpPr>
          <p:cNvPr id="3" name="Content Placeholder 2">
            <a:extLst>
              <a:ext uri="{FF2B5EF4-FFF2-40B4-BE49-F238E27FC236}">
                <a16:creationId xmlns:a16="http://schemas.microsoft.com/office/drawing/2014/main" id="{77930B1D-8BB6-FBF8-BB46-A93FC119A20C}"/>
              </a:ext>
            </a:extLst>
          </p:cNvPr>
          <p:cNvSpPr>
            <a:spLocks noGrp="1"/>
          </p:cNvSpPr>
          <p:nvPr>
            <p:ph idx="1"/>
          </p:nvPr>
        </p:nvSpPr>
        <p:spPr/>
        <p:txBody>
          <a:bodyPr vert="horz" lIns="91440" tIns="45720" rIns="91440" bIns="45720" rtlCol="0" anchor="t">
            <a:normAutofit/>
          </a:bodyPr>
          <a:lstStyle/>
          <a:p>
            <a:r>
              <a:rPr lang="en-US"/>
              <a:t>Our training can be Event or Courses </a:t>
            </a:r>
          </a:p>
          <a:p>
            <a:r>
              <a:rPr lang="en-US"/>
              <a:t>It added by Admin or super Admin on portal </a:t>
            </a:r>
          </a:p>
          <a:p>
            <a:r>
              <a:rPr lang="en-US"/>
              <a:t>We can have more than one organization more than one Instructor for </a:t>
            </a:r>
          </a:p>
          <a:p>
            <a:pPr marL="0" indent="0">
              <a:buNone/>
            </a:pPr>
            <a:r>
              <a:rPr lang="en-US"/>
              <a:t>Training.</a:t>
            </a:r>
          </a:p>
          <a:p>
            <a:pPr marL="0" indent="0">
              <a:buNone/>
            </a:pPr>
            <a:r>
              <a:rPr lang="en-US"/>
              <a:t> </a:t>
            </a:r>
            <a:r>
              <a:rPr lang="en-US">
                <a:ea typeface="+mn-lt"/>
                <a:cs typeface="+mn-lt"/>
              </a:rPr>
              <a:t>We have reached the maximum number of enrolled students, so we cannot add any more. However, the Super Admin can add students if necessary.</a:t>
            </a:r>
          </a:p>
          <a:p>
            <a:pPr marL="0" indent="0">
              <a:buNone/>
            </a:pPr>
            <a:endParaRPr lang="en-US"/>
          </a:p>
          <a:p>
            <a:pPr marL="0" indent="0">
              <a:buNone/>
            </a:pPr>
            <a:r>
              <a:rPr lang="en-US"/>
              <a:t>We can delete event and delete soft delete for registration student and  other entity that related.</a:t>
            </a:r>
          </a:p>
          <a:p>
            <a:pPr marL="0" indent="0">
              <a:buNone/>
            </a:pPr>
            <a:endParaRPr lang="en-US"/>
          </a:p>
          <a:p>
            <a:pPr marL="0" indent="0">
              <a:buNone/>
            </a:pPr>
            <a:endParaRPr lang="en-US"/>
          </a:p>
        </p:txBody>
      </p:sp>
    </p:spTree>
    <p:extLst>
      <p:ext uri="{BB962C8B-B14F-4D97-AF65-F5344CB8AC3E}">
        <p14:creationId xmlns:p14="http://schemas.microsoft.com/office/powerpoint/2010/main" val="1915413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E1D6C-8714-6EC6-C976-79EBBCB2A3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3F19B1-981B-24C8-68A6-B33E6020BA8E}"/>
              </a:ext>
            </a:extLst>
          </p:cNvPr>
          <p:cNvSpPr>
            <a:spLocks noGrp="1"/>
          </p:cNvSpPr>
          <p:nvPr>
            <p:ph idx="1"/>
          </p:nvPr>
        </p:nvSpPr>
        <p:spPr/>
        <p:txBody>
          <a:bodyPr vert="horz" lIns="91440" tIns="45720" rIns="91440" bIns="45720" rtlCol="0" anchor="t">
            <a:normAutofit/>
          </a:bodyPr>
          <a:lstStyle/>
          <a:p>
            <a:r>
              <a:rPr lang="en-US"/>
              <a:t>Only Student can register for training  </a:t>
            </a:r>
          </a:p>
          <a:p>
            <a:endParaRPr lang="en-US"/>
          </a:p>
        </p:txBody>
      </p:sp>
      <p:pic>
        <p:nvPicPr>
          <p:cNvPr id="4" name="Picture 3" descr="A screenshot of a computer program&#10;&#10;AI-generated content may be incorrect.">
            <a:extLst>
              <a:ext uri="{FF2B5EF4-FFF2-40B4-BE49-F238E27FC236}">
                <a16:creationId xmlns:a16="http://schemas.microsoft.com/office/drawing/2014/main" id="{F3AB0DF9-46BC-0ED7-C249-ACEC96214132}"/>
              </a:ext>
            </a:extLst>
          </p:cNvPr>
          <p:cNvPicPr>
            <a:picLocks noChangeAspect="1"/>
          </p:cNvPicPr>
          <p:nvPr/>
        </p:nvPicPr>
        <p:blipFill>
          <a:blip r:embed="rId2"/>
          <a:stretch>
            <a:fillRect/>
          </a:stretch>
        </p:blipFill>
        <p:spPr>
          <a:xfrm>
            <a:off x="1325671" y="3083354"/>
            <a:ext cx="9039617" cy="3029481"/>
          </a:xfrm>
          <a:prstGeom prst="rect">
            <a:avLst/>
          </a:prstGeom>
        </p:spPr>
      </p:pic>
    </p:spTree>
    <p:extLst>
      <p:ext uri="{BB962C8B-B14F-4D97-AF65-F5344CB8AC3E}">
        <p14:creationId xmlns:p14="http://schemas.microsoft.com/office/powerpoint/2010/main" val="1055320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7D5D6-B9AF-799F-17A4-B9D7E7A99E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5D3DA4-E36C-3D46-280B-501A20BDAF2A}"/>
              </a:ext>
            </a:extLst>
          </p:cNvPr>
          <p:cNvSpPr>
            <a:spLocks noGrp="1"/>
          </p:cNvSpPr>
          <p:nvPr>
            <p:ph idx="1"/>
          </p:nvPr>
        </p:nvSpPr>
        <p:spPr/>
        <p:txBody>
          <a:bodyPr vert="horz" lIns="91440" tIns="45720" rIns="91440" bIns="45720" rtlCol="0" anchor="t">
            <a:normAutofit/>
          </a:bodyPr>
          <a:lstStyle/>
          <a:p>
            <a:r>
              <a:rPr lang="en-US"/>
              <a:t>If the student already register for the training it's not allowed to make new registration</a:t>
            </a:r>
          </a:p>
          <a:p>
            <a:pPr marL="0" indent="0">
              <a:buNone/>
            </a:pPr>
            <a:r>
              <a:rPr lang="en-US"/>
              <a:t> Without register student  we can't</a:t>
            </a:r>
            <a:endParaRPr lang="en-US" err="1"/>
          </a:p>
          <a:p>
            <a:pPr marL="0" indent="0">
              <a:buNone/>
            </a:pPr>
            <a:r>
              <a:rPr lang="en-US"/>
              <a:t> register for any training so our page</a:t>
            </a:r>
          </a:p>
          <a:p>
            <a:pPr marL="0" indent="0">
              <a:buNone/>
            </a:pPr>
            <a:r>
              <a:rPr lang="en-US"/>
              <a:t> will take u to login page .</a:t>
            </a:r>
          </a:p>
          <a:p>
            <a:endParaRPr lang="en-US"/>
          </a:p>
        </p:txBody>
      </p:sp>
      <p:pic>
        <p:nvPicPr>
          <p:cNvPr id="4" name="Picture 3" descr="A screenshot of a computer&#10;&#10;AI-generated content may be incorrect.">
            <a:extLst>
              <a:ext uri="{FF2B5EF4-FFF2-40B4-BE49-F238E27FC236}">
                <a16:creationId xmlns:a16="http://schemas.microsoft.com/office/drawing/2014/main" id="{C37C7E9E-41D8-4EAF-2345-6E04D5541AD5}"/>
              </a:ext>
            </a:extLst>
          </p:cNvPr>
          <p:cNvPicPr>
            <a:picLocks noChangeAspect="1"/>
          </p:cNvPicPr>
          <p:nvPr/>
        </p:nvPicPr>
        <p:blipFill>
          <a:blip r:embed="rId2"/>
          <a:stretch>
            <a:fillRect/>
          </a:stretch>
        </p:blipFill>
        <p:spPr>
          <a:xfrm>
            <a:off x="6503684" y="3064571"/>
            <a:ext cx="2733675" cy="3067050"/>
          </a:xfrm>
          <a:prstGeom prst="rect">
            <a:avLst/>
          </a:prstGeom>
        </p:spPr>
      </p:pic>
    </p:spTree>
    <p:extLst>
      <p:ext uri="{BB962C8B-B14F-4D97-AF65-F5344CB8AC3E}">
        <p14:creationId xmlns:p14="http://schemas.microsoft.com/office/powerpoint/2010/main" val="211928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F8F1C-8204-9902-FA8A-26698684FF40}"/>
              </a:ext>
            </a:extLst>
          </p:cNvPr>
          <p:cNvSpPr>
            <a:spLocks noGrp="1"/>
          </p:cNvSpPr>
          <p:nvPr>
            <p:ph type="title"/>
          </p:nvPr>
        </p:nvSpPr>
        <p:spPr/>
        <p:txBody>
          <a:bodyPr/>
          <a:lstStyle/>
          <a:p>
            <a:r>
              <a:rPr lang="en-US"/>
              <a:t>Accept or reject Student registration </a:t>
            </a:r>
          </a:p>
        </p:txBody>
      </p:sp>
      <p:sp>
        <p:nvSpPr>
          <p:cNvPr id="3" name="Content Placeholder 2">
            <a:extLst>
              <a:ext uri="{FF2B5EF4-FFF2-40B4-BE49-F238E27FC236}">
                <a16:creationId xmlns:a16="http://schemas.microsoft.com/office/drawing/2014/main" id="{9497B613-9DFC-E33C-031F-8FBB902D2018}"/>
              </a:ext>
            </a:extLst>
          </p:cNvPr>
          <p:cNvSpPr>
            <a:spLocks noGrp="1"/>
          </p:cNvSpPr>
          <p:nvPr>
            <p:ph idx="1"/>
          </p:nvPr>
        </p:nvSpPr>
        <p:spPr/>
        <p:txBody>
          <a:bodyPr vert="horz" lIns="91440" tIns="45720" rIns="91440" bIns="45720" rtlCol="0" anchor="t">
            <a:normAutofit/>
          </a:bodyPr>
          <a:lstStyle/>
          <a:p>
            <a:r>
              <a:rPr lang="en-US"/>
              <a:t>The admin and super admin can accept student for specific training </a:t>
            </a:r>
          </a:p>
          <a:p>
            <a:endParaRPr lang="en-US"/>
          </a:p>
        </p:txBody>
      </p:sp>
      <p:pic>
        <p:nvPicPr>
          <p:cNvPr id="4" name="Picture 3" descr="A screenshot of a message&#10;&#10;AI-generated content may be incorrect.">
            <a:extLst>
              <a:ext uri="{FF2B5EF4-FFF2-40B4-BE49-F238E27FC236}">
                <a16:creationId xmlns:a16="http://schemas.microsoft.com/office/drawing/2014/main" id="{40FC5FD1-5BD7-C3D9-31E6-EA79DABE3B64}"/>
              </a:ext>
            </a:extLst>
          </p:cNvPr>
          <p:cNvPicPr>
            <a:picLocks noChangeAspect="1"/>
          </p:cNvPicPr>
          <p:nvPr/>
        </p:nvPicPr>
        <p:blipFill>
          <a:blip r:embed="rId2"/>
          <a:stretch>
            <a:fillRect/>
          </a:stretch>
        </p:blipFill>
        <p:spPr>
          <a:xfrm>
            <a:off x="1356986" y="3423973"/>
            <a:ext cx="8830850" cy="1701066"/>
          </a:xfrm>
          <a:prstGeom prst="rect">
            <a:avLst/>
          </a:prstGeom>
        </p:spPr>
      </p:pic>
    </p:spTree>
    <p:extLst>
      <p:ext uri="{BB962C8B-B14F-4D97-AF65-F5344CB8AC3E}">
        <p14:creationId xmlns:p14="http://schemas.microsoft.com/office/powerpoint/2010/main" val="3854028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2C9F-06D6-4534-8111-50B2796CF7E9}"/>
              </a:ext>
            </a:extLst>
          </p:cNvPr>
          <p:cNvSpPr>
            <a:spLocks noGrp="1"/>
          </p:cNvSpPr>
          <p:nvPr>
            <p:ph type="title"/>
          </p:nvPr>
        </p:nvSpPr>
        <p:spPr/>
        <p:txBody>
          <a:bodyPr/>
          <a:lstStyle/>
          <a:p>
            <a:r>
              <a:rPr lang="en-US"/>
              <a:t>Email </a:t>
            </a:r>
          </a:p>
        </p:txBody>
      </p:sp>
      <p:sp>
        <p:nvSpPr>
          <p:cNvPr id="3" name="Content Placeholder 2">
            <a:extLst>
              <a:ext uri="{FF2B5EF4-FFF2-40B4-BE49-F238E27FC236}">
                <a16:creationId xmlns:a16="http://schemas.microsoft.com/office/drawing/2014/main" id="{FB0B4212-D3CC-1BDB-75B9-CA47074356A4}"/>
              </a:ext>
            </a:extLst>
          </p:cNvPr>
          <p:cNvSpPr>
            <a:spLocks noGrp="1"/>
          </p:cNvSpPr>
          <p:nvPr>
            <p:ph idx="1"/>
          </p:nvPr>
        </p:nvSpPr>
        <p:spPr/>
        <p:txBody>
          <a:bodyPr vert="horz" lIns="91440" tIns="45720" rIns="91440" bIns="45720" rtlCol="0" anchor="t">
            <a:normAutofit/>
          </a:bodyPr>
          <a:lstStyle/>
          <a:p>
            <a:r>
              <a:rPr lang="en-US"/>
              <a:t>An email will send for student</a:t>
            </a:r>
          </a:p>
          <a:p>
            <a:pPr marL="0" indent="0">
              <a:buNone/>
            </a:pPr>
            <a:r>
              <a:rPr lang="en-US"/>
              <a:t> when he/she was acceptable for training  </a:t>
            </a:r>
          </a:p>
          <a:p>
            <a:pPr marL="0" indent="0">
              <a:buNone/>
            </a:pPr>
            <a:r>
              <a:rPr lang="en-US"/>
              <a:t>As backend sevice </a:t>
            </a:r>
          </a:p>
          <a:p>
            <a:endParaRPr lang="en-US"/>
          </a:p>
        </p:txBody>
      </p:sp>
      <p:pic>
        <p:nvPicPr>
          <p:cNvPr id="5" name="Picture 4" descr="A screenshot of a email&#10;&#10;AI-generated content may be incorrect.">
            <a:extLst>
              <a:ext uri="{FF2B5EF4-FFF2-40B4-BE49-F238E27FC236}">
                <a16:creationId xmlns:a16="http://schemas.microsoft.com/office/drawing/2014/main" id="{536DC24B-8B5B-7C7F-DEA0-64B2ABD660A3}"/>
              </a:ext>
            </a:extLst>
          </p:cNvPr>
          <p:cNvPicPr>
            <a:picLocks noChangeAspect="1"/>
          </p:cNvPicPr>
          <p:nvPr/>
        </p:nvPicPr>
        <p:blipFill>
          <a:blip r:embed="rId2"/>
          <a:stretch>
            <a:fillRect/>
          </a:stretch>
        </p:blipFill>
        <p:spPr>
          <a:xfrm>
            <a:off x="6467219" y="820615"/>
            <a:ext cx="5099059" cy="6037385"/>
          </a:xfrm>
          <a:prstGeom prst="rect">
            <a:avLst/>
          </a:prstGeom>
        </p:spPr>
      </p:pic>
    </p:spTree>
    <p:extLst>
      <p:ext uri="{BB962C8B-B14F-4D97-AF65-F5344CB8AC3E}">
        <p14:creationId xmlns:p14="http://schemas.microsoft.com/office/powerpoint/2010/main" val="39942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6415E-E82D-2805-D261-73DE51BA0C3C}"/>
              </a:ext>
            </a:extLst>
          </p:cNvPr>
          <p:cNvSpPr>
            <a:spLocks noGrp="1"/>
          </p:cNvSpPr>
          <p:nvPr>
            <p:ph type="title"/>
          </p:nvPr>
        </p:nvSpPr>
        <p:spPr/>
        <p:txBody>
          <a:bodyPr/>
          <a:lstStyle/>
          <a:p>
            <a:r>
              <a:rPr lang="en-US"/>
              <a:t>Our Partner</a:t>
            </a:r>
          </a:p>
        </p:txBody>
      </p:sp>
      <p:sp>
        <p:nvSpPr>
          <p:cNvPr id="3" name="Content Placeholder 2">
            <a:extLst>
              <a:ext uri="{FF2B5EF4-FFF2-40B4-BE49-F238E27FC236}">
                <a16:creationId xmlns:a16="http://schemas.microsoft.com/office/drawing/2014/main" id="{914D3432-AB91-E677-52C1-C38050727025}"/>
              </a:ext>
            </a:extLst>
          </p:cNvPr>
          <p:cNvSpPr>
            <a:spLocks noGrp="1"/>
          </p:cNvSpPr>
          <p:nvPr>
            <p:ph idx="1"/>
          </p:nvPr>
        </p:nvSpPr>
        <p:spPr/>
        <p:txBody>
          <a:bodyPr vert="horz" lIns="91440" tIns="45720" rIns="91440" bIns="45720" rtlCol="0" anchor="t">
            <a:normAutofit/>
          </a:bodyPr>
          <a:lstStyle/>
          <a:p>
            <a:r>
              <a:rPr lang="en-US">
                <a:ea typeface="+mn-lt"/>
                <a:cs typeface="+mn-lt"/>
              </a:rPr>
              <a:t>We can add organizations as our partners. </a:t>
            </a:r>
            <a:endParaRPr lang="en-US"/>
          </a:p>
          <a:p>
            <a:r>
              <a:rPr lang="en-US">
                <a:ea typeface="+mn-lt"/>
                <a:cs typeface="+mn-lt"/>
              </a:rPr>
              <a:t>These partners could serve as instructors</a:t>
            </a:r>
          </a:p>
          <a:p>
            <a:r>
              <a:rPr lang="en-US">
                <a:ea typeface="+mn-lt"/>
                <a:cs typeface="+mn-lt"/>
              </a:rPr>
              <a:t> for our training programs, or they</a:t>
            </a:r>
          </a:p>
          <a:p>
            <a:r>
              <a:rPr lang="en-US">
                <a:ea typeface="+mn-lt"/>
                <a:cs typeface="+mn-lt"/>
              </a:rPr>
              <a:t> might require services such </a:t>
            </a:r>
          </a:p>
          <a:p>
            <a:r>
              <a:rPr lang="en-US">
                <a:ea typeface="+mn-lt"/>
                <a:cs typeface="+mn-lt"/>
              </a:rPr>
              <a:t>as providing graduated students</a:t>
            </a:r>
          </a:p>
          <a:p>
            <a:r>
              <a:rPr lang="en-US">
                <a:ea typeface="+mn-lt"/>
                <a:cs typeface="+mn-lt"/>
              </a:rPr>
              <a:t> for their job openings.</a:t>
            </a:r>
            <a:endParaRPr lang="en-US"/>
          </a:p>
          <a:p>
            <a:endParaRPr lang="en-US"/>
          </a:p>
        </p:txBody>
      </p:sp>
      <p:pic>
        <p:nvPicPr>
          <p:cNvPr id="4" name="Picture 3" descr="A screenshot of a website&#10;&#10;AI-generated content may be incorrect.">
            <a:extLst>
              <a:ext uri="{FF2B5EF4-FFF2-40B4-BE49-F238E27FC236}">
                <a16:creationId xmlns:a16="http://schemas.microsoft.com/office/drawing/2014/main" id="{EC69D8D0-9E25-A6E6-D7CB-EA9D3C5FEDB6}"/>
              </a:ext>
            </a:extLst>
          </p:cNvPr>
          <p:cNvPicPr>
            <a:picLocks noChangeAspect="1"/>
          </p:cNvPicPr>
          <p:nvPr/>
        </p:nvPicPr>
        <p:blipFill>
          <a:blip r:embed="rId2"/>
          <a:stretch>
            <a:fillRect/>
          </a:stretch>
        </p:blipFill>
        <p:spPr>
          <a:xfrm>
            <a:off x="6231767" y="2275273"/>
            <a:ext cx="6518228" cy="3574008"/>
          </a:xfrm>
          <a:prstGeom prst="rect">
            <a:avLst/>
          </a:prstGeom>
        </p:spPr>
      </p:pic>
    </p:spTree>
    <p:extLst>
      <p:ext uri="{BB962C8B-B14F-4D97-AF65-F5344CB8AC3E}">
        <p14:creationId xmlns:p14="http://schemas.microsoft.com/office/powerpoint/2010/main" val="1894204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567D-E005-2600-22A1-C48519C6C917}"/>
              </a:ext>
            </a:extLst>
          </p:cNvPr>
          <p:cNvSpPr>
            <a:spLocks noGrp="1"/>
          </p:cNvSpPr>
          <p:nvPr>
            <p:ph type="title"/>
          </p:nvPr>
        </p:nvSpPr>
        <p:spPr/>
        <p:txBody>
          <a:bodyPr/>
          <a:lstStyle/>
          <a:p>
            <a:r>
              <a:rPr lang="en-US"/>
              <a:t>Our Success Story</a:t>
            </a:r>
          </a:p>
        </p:txBody>
      </p:sp>
      <p:sp>
        <p:nvSpPr>
          <p:cNvPr id="3" name="Content Placeholder 2">
            <a:extLst>
              <a:ext uri="{FF2B5EF4-FFF2-40B4-BE49-F238E27FC236}">
                <a16:creationId xmlns:a16="http://schemas.microsoft.com/office/drawing/2014/main" id="{19D1696C-0EBB-E616-2B94-3418192522B8}"/>
              </a:ext>
            </a:extLst>
          </p:cNvPr>
          <p:cNvSpPr>
            <a:spLocks noGrp="1"/>
          </p:cNvSpPr>
          <p:nvPr>
            <p:ph idx="1"/>
          </p:nvPr>
        </p:nvSpPr>
        <p:spPr/>
        <p:txBody>
          <a:bodyPr vert="horz" lIns="91440" tIns="45720" rIns="91440" bIns="45720" rtlCol="0" anchor="t">
            <a:normAutofit/>
          </a:bodyPr>
          <a:lstStyle/>
          <a:p>
            <a:r>
              <a:rPr lang="en-US"/>
              <a:t>We special section called success story that show success story of students </a:t>
            </a:r>
          </a:p>
          <a:p>
            <a:r>
              <a:rPr lang="en-US"/>
              <a:t>But now</a:t>
            </a:r>
          </a:p>
          <a:p>
            <a:r>
              <a:rPr lang="en-US"/>
              <a:t> isn't dynamic</a:t>
            </a:r>
          </a:p>
          <a:p>
            <a:r>
              <a:rPr lang="en-US"/>
              <a:t> we have it  </a:t>
            </a:r>
          </a:p>
          <a:p>
            <a:r>
              <a:rPr lang="en-US"/>
              <a:t>as static</a:t>
            </a:r>
          </a:p>
          <a:p>
            <a:endParaRPr lang="en-US"/>
          </a:p>
        </p:txBody>
      </p:sp>
      <p:pic>
        <p:nvPicPr>
          <p:cNvPr id="4" name="Picture 3" descr="A screenshot of a white card&#10;&#10;AI-generated content may be incorrect.">
            <a:extLst>
              <a:ext uri="{FF2B5EF4-FFF2-40B4-BE49-F238E27FC236}">
                <a16:creationId xmlns:a16="http://schemas.microsoft.com/office/drawing/2014/main" id="{B6D4134E-44CD-E22D-4A1E-9854904774AB}"/>
              </a:ext>
            </a:extLst>
          </p:cNvPr>
          <p:cNvPicPr>
            <a:picLocks noChangeAspect="1"/>
          </p:cNvPicPr>
          <p:nvPr/>
        </p:nvPicPr>
        <p:blipFill>
          <a:blip r:embed="rId2"/>
          <a:stretch>
            <a:fillRect/>
          </a:stretch>
        </p:blipFill>
        <p:spPr>
          <a:xfrm>
            <a:off x="3778685" y="2970594"/>
            <a:ext cx="7682631" cy="2701771"/>
          </a:xfrm>
          <a:prstGeom prst="rect">
            <a:avLst/>
          </a:prstGeom>
        </p:spPr>
      </p:pic>
    </p:spTree>
    <p:extLst>
      <p:ext uri="{BB962C8B-B14F-4D97-AF65-F5344CB8AC3E}">
        <p14:creationId xmlns:p14="http://schemas.microsoft.com/office/powerpoint/2010/main" val="1051177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DC39C-787D-E3C1-ABE4-7E8BFDEDB100}"/>
              </a:ext>
            </a:extLst>
          </p:cNvPr>
          <p:cNvSpPr>
            <a:spLocks noGrp="1"/>
          </p:cNvSpPr>
          <p:nvPr>
            <p:ph type="title"/>
          </p:nvPr>
        </p:nvSpPr>
        <p:spPr/>
        <p:txBody>
          <a:bodyPr/>
          <a:lstStyle/>
          <a:p>
            <a:r>
              <a:rPr lang="en-US"/>
              <a:t>Contact page </a:t>
            </a:r>
          </a:p>
        </p:txBody>
      </p:sp>
      <p:sp>
        <p:nvSpPr>
          <p:cNvPr id="3" name="Content Placeholder 2">
            <a:extLst>
              <a:ext uri="{FF2B5EF4-FFF2-40B4-BE49-F238E27FC236}">
                <a16:creationId xmlns:a16="http://schemas.microsoft.com/office/drawing/2014/main" id="{0080BBA3-773C-EC04-973E-B0E1FC685747}"/>
              </a:ext>
            </a:extLst>
          </p:cNvPr>
          <p:cNvSpPr>
            <a:spLocks noGrp="1"/>
          </p:cNvSpPr>
          <p:nvPr>
            <p:ph idx="1"/>
          </p:nvPr>
        </p:nvSpPr>
        <p:spPr/>
        <p:txBody>
          <a:bodyPr vert="horz" lIns="91440" tIns="45720" rIns="91440" bIns="45720" rtlCol="0" anchor="t">
            <a:normAutofit/>
          </a:bodyPr>
          <a:lstStyle/>
          <a:p>
            <a:pPr marL="0" indent="0">
              <a:buNone/>
            </a:pPr>
            <a:r>
              <a:rPr lang="en-US"/>
              <a:t>The user will send email from email.js  </a:t>
            </a:r>
          </a:p>
          <a:p>
            <a:pPr marL="0" indent="0">
              <a:buNone/>
            </a:pPr>
            <a:r>
              <a:rPr lang="en-US"/>
              <a:t>As front end .</a:t>
            </a:r>
          </a:p>
          <a:p>
            <a:pPr marL="0" indent="0">
              <a:buNone/>
            </a:pPr>
            <a:r>
              <a:rPr lang="en-US"/>
              <a:t>To make comment and support.</a:t>
            </a:r>
          </a:p>
          <a:p>
            <a:pPr marL="0" indent="0">
              <a:buNone/>
            </a:pPr>
            <a:endParaRPr lang="en-US"/>
          </a:p>
        </p:txBody>
      </p:sp>
      <p:pic>
        <p:nvPicPr>
          <p:cNvPr id="4" name="Picture 3" descr="A screenshot of a contact us&#10;&#10;AI-generated content may be incorrect.">
            <a:extLst>
              <a:ext uri="{FF2B5EF4-FFF2-40B4-BE49-F238E27FC236}">
                <a16:creationId xmlns:a16="http://schemas.microsoft.com/office/drawing/2014/main" id="{9F078D4E-7F75-8FDF-03C9-0BBF3F2AF3CE}"/>
              </a:ext>
            </a:extLst>
          </p:cNvPr>
          <p:cNvPicPr>
            <a:picLocks noChangeAspect="1"/>
          </p:cNvPicPr>
          <p:nvPr/>
        </p:nvPicPr>
        <p:blipFill>
          <a:blip r:embed="rId2"/>
          <a:stretch>
            <a:fillRect/>
          </a:stretch>
        </p:blipFill>
        <p:spPr>
          <a:xfrm>
            <a:off x="6217988" y="635000"/>
            <a:ext cx="5674414" cy="6061364"/>
          </a:xfrm>
          <a:prstGeom prst="rect">
            <a:avLst/>
          </a:prstGeom>
        </p:spPr>
      </p:pic>
    </p:spTree>
    <p:extLst>
      <p:ext uri="{BB962C8B-B14F-4D97-AF65-F5344CB8AC3E}">
        <p14:creationId xmlns:p14="http://schemas.microsoft.com/office/powerpoint/2010/main" val="388256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D4A0A-44B1-747B-DE25-742F68167FBB}"/>
              </a:ext>
            </a:extLst>
          </p:cNvPr>
          <p:cNvSpPr>
            <a:spLocks noGrp="1"/>
          </p:cNvSpPr>
          <p:nvPr>
            <p:ph type="title"/>
          </p:nvPr>
        </p:nvSpPr>
        <p:spPr/>
        <p:txBody>
          <a:bodyPr/>
          <a:lstStyle/>
          <a:p>
            <a:r>
              <a:rPr lang="en-US"/>
              <a:t>Contact email</a:t>
            </a:r>
          </a:p>
        </p:txBody>
      </p:sp>
      <p:pic>
        <p:nvPicPr>
          <p:cNvPr id="4" name="Content Placeholder 3" descr="A screenshot of a computer&#10;&#10;AI-generated content may be incorrect.">
            <a:extLst>
              <a:ext uri="{FF2B5EF4-FFF2-40B4-BE49-F238E27FC236}">
                <a16:creationId xmlns:a16="http://schemas.microsoft.com/office/drawing/2014/main" id="{10DC8692-3DDB-B4DC-813B-D5AB3553DE60}"/>
              </a:ext>
            </a:extLst>
          </p:cNvPr>
          <p:cNvPicPr>
            <a:picLocks noGrp="1" noChangeAspect="1"/>
          </p:cNvPicPr>
          <p:nvPr>
            <p:ph idx="1"/>
          </p:nvPr>
        </p:nvPicPr>
        <p:blipFill>
          <a:blip r:embed="rId2"/>
          <a:stretch>
            <a:fillRect/>
          </a:stretch>
        </p:blipFill>
        <p:spPr>
          <a:xfrm>
            <a:off x="1360226" y="2290349"/>
            <a:ext cx="7298209" cy="3416300"/>
          </a:xfrm>
        </p:spPr>
      </p:pic>
    </p:spTree>
    <p:extLst>
      <p:ext uri="{BB962C8B-B14F-4D97-AF65-F5344CB8AC3E}">
        <p14:creationId xmlns:p14="http://schemas.microsoft.com/office/powerpoint/2010/main" val="4082615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Ion Boardroom</vt:lpstr>
      <vt:lpstr>Yalla Shabab</vt:lpstr>
      <vt:lpstr>Yall Shabab</vt:lpstr>
      <vt:lpstr>Our Environment </vt:lpstr>
      <vt:lpstr>Our website</vt:lpstr>
      <vt:lpstr>Users</vt:lpstr>
      <vt:lpstr>Student</vt:lpstr>
      <vt:lpstr>Training </vt:lpstr>
      <vt:lpstr>PowerPoint Presentation</vt:lpstr>
      <vt:lpstr>PowerPoint Presentation</vt:lpstr>
      <vt:lpstr>Accept or reject Student registration </vt:lpstr>
      <vt:lpstr>Email </vt:lpstr>
      <vt:lpstr>Our Partner</vt:lpstr>
      <vt:lpstr>Our Success Story</vt:lpstr>
      <vt:lpstr>Contact page </vt:lpstr>
      <vt:lpstr>Contact email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2025-02-01T07:56:37Z</dcterms:created>
  <dcterms:modified xsi:type="dcterms:W3CDTF">2025-02-01T10:20:02Z</dcterms:modified>
</cp:coreProperties>
</file>